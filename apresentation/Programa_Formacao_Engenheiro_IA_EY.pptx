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38072686.xml" ContentType="application/vnd.openxmlformats-officedocument.presentationml.slideMaster+xml"/>
  <Override PartName="/ppt/slides/slide_A01_9DC67C8C.xml" ContentType="application/vnd.openxmlformats-officedocument.presentationml.slide+xml"/>
  <Override PartName="/ppt/slides/slide_A02_DFA3AB0C.xml" ContentType="application/vnd.openxmlformats-officedocument.presentationml.slide+xml"/>
  <Override PartName="/ppt/slides/slide_A03_72251060.xml" ContentType="application/vnd.openxmlformats-officedocument.presentationml.slide+xml"/>
  <Override PartName="/ppt/slides/slide_A04_16B4F176.xml" ContentType="application/vnd.openxmlformats-officedocument.presentationml.slide+xml"/>
  <Override PartName="/ppt/slides/slide_A05_BACE21BC.xml" ContentType="application/vnd.openxmlformats-officedocument.presentationml.slide+xml"/>
  <Override PartName="/ppt/slides/slide_A06_EFF05A86.xml" ContentType="application/vnd.openxmlformats-officedocument.presentationml.slide+xml"/>
  <Override PartName="/ppt/slides/slide_A07_81B0D3A8.xml" ContentType="application/vnd.openxmlformats-officedocument.presentationml.slide+xml"/>
  <Override PartName="/ppt/slides/slide_A08_B091F1BC.xml" ContentType="application/vnd.openxmlformats-officedocument.presentationml.slide+xml"/>
  <Override PartName="/ppt/slides/slide_A09_ACD3633B.xml" ContentType="application/vnd.openxmlformats-officedocument.presentationml.slide+xml"/>
  <Override PartName="/ppt/slides/slide_A0A_EE4945E3.xml" ContentType="application/vnd.openxmlformats-officedocument.presentationml.slide+xml"/>
  <Override PartName="/ppt/slides/slide_A0B_99DE05B5.xml" ContentType="application/vnd.openxmlformats-officedocument.presentationml.slide+xml"/>
  <Override PartName="/ppt/slides/slide_A0C_A208CFAA.xml" ContentType="application/vnd.openxmlformats-officedocument.presentationml.slide+xml"/>
  <Override PartName="/ppt/slides/slide_A0D_E05C4FB6.xml" ContentType="application/vnd.openxmlformats-officedocument.presentationml.slide+xml"/>
  <Override PartName="/ppt/slides/slide_A0E_CD3A071E.xml" ContentType="application/vnd.openxmlformats-officedocument.presentationml.slide+xml"/>
  <Override PartName="/ppt/slides/slide_A0F_419FEAD9.xml" ContentType="application/vnd.openxmlformats-officedocument.presentationml.slide+xml"/>
  <Override PartName="/ppt/slides/slide_A10_20022559.xml" ContentType="application/vnd.openxmlformats-officedocument.presentationml.slide+xml"/>
  <Override PartName="/ppt/slides/slide_A11_49079050.xml" ContentType="application/vnd.openxmlformats-officedocument.presentationml.slide+xml"/>
  <Override PartName="/ppt/slides/slide_A12_5AE4B467.xml" ContentType="application/vnd.openxmlformats-officedocument.presentationml.slide+xml"/>
  <Override PartName="/ppt/slides/slide_A13_F27A15C2.xml" ContentType="application/vnd.openxmlformats-officedocument.presentationml.slide+xml"/>
  <Override PartName="/ppt/slides/slide_A14_B408F47.xml" ContentType="application/vnd.openxmlformats-officedocument.presentationml.slide+xml"/>
  <Override PartName="/ppt/slides/slide_A15_244373BA.xml" ContentType="application/vnd.openxmlformats-officedocument.presentationml.slide+xml"/>
  <Override PartName="/ppt/notesMasters/notesMaster_0_C9B2F300.xml" ContentType="application/vnd.openxmlformats-officedocument.presentationml.notesMaster+xml"/>
  <Override PartName="/ppt/presProps.xml" ContentType="application/vnd.openxmlformats-officedocument.presentationml.presProps+xml"/>
  <Override PartName="/ppt/theme/theme_80000000_38072686.xml" ContentType="application/vnd.openxmlformats-officedocument.theme+xml"/>
  <Override PartName="/ppt/tableStyles.xml" ContentType="application/vnd.openxmlformats-officedocument.presentationml.tableStyles+xml"/>
  <Override PartName="/ppt/slideLayouts/slideLayout_80000001_5D8585A7.xml" ContentType="application/vnd.openxmlformats-officedocument.presentationml.slideLayout+xml"/>
  <Override PartName="/ppt/slideLayouts/slideLayout_80000002_7056F9D9.xml" ContentType="application/vnd.openxmlformats-officedocument.presentationml.slideLayout+xml"/>
  <Override PartName="/ppt/slideLayouts/slideLayout_80000003_CF9EAEF2.xml" ContentType="application/vnd.openxmlformats-officedocument.presentationml.slideLayout+xml"/>
  <Override PartName="/ppt/slideLayouts/slideLayout_80000004_460356DE.xml" ContentType="application/vnd.openxmlformats-officedocument.presentationml.slideLayout+xml"/>
  <Override PartName="/ppt/slideLayouts/slideLayout_80000005_C6DB6F6.xml" ContentType="application/vnd.openxmlformats-officedocument.presentationml.slideLayout+xml"/>
  <Override PartName="/ppt/slideLayouts/slideLayout_80000006_E4BC20BB.xml" ContentType="application/vnd.openxmlformats-officedocument.presentationml.slideLayout+xml"/>
  <Override PartName="/ppt/slideLayouts/slideLayout_80000007_AE5C4509.xml" ContentType="application/vnd.openxmlformats-officedocument.presentationml.slideLayout+xml"/>
  <Override PartName="/ppt/slideLayouts/slideLayout_80000008_DD0C949A.xml" ContentType="application/vnd.openxmlformats-officedocument.presentationml.slideLayout+xml"/>
  <Override PartName="/ppt/slideLayouts/slideLayout_80000009_940A3481.xml" ContentType="application/vnd.openxmlformats-officedocument.presentationml.slideLayout+xml"/>
  <Override PartName="/ppt/slideLayouts/slideLayout_8000000A_43FA0933.xml" ContentType="application/vnd.openxmlformats-officedocument.presentationml.slideLayout+xml"/>
  <Override PartName="/ppt/slideLayouts/slideLayout_8000000B_5D7A67AA.xml" ContentType="application/vnd.openxmlformats-officedocument.presentationml.slideLayout+xml"/>
  <Override PartName="/ppt/slideLayouts/slideLayout_80000018_36F5C743.xml" ContentType="application/vnd.openxmlformats-officedocument.presentationml.slideLayout+xml"/>
  <Override PartName="/ppt/slideLayouts/slideLayout_80000019_E8375F4.xml" ContentType="application/vnd.openxmlformats-officedocument.presentationml.slideLayout+xml"/>
  <Override PartName="/ppt/slideLayouts/slideLayout_8000001A_B6BD6E.xml" ContentType="application/vnd.openxmlformats-officedocument.presentationml.slideLayout+xml"/>
  <Override PartName="/ppt/slideLayouts/slideLayout_8000001B_80CD833A.xml" ContentType="application/vnd.openxmlformats-officedocument.presentationml.slideLayout+xml"/>
  <Override PartName="/ppt/slideLayouts/slideLayout_8000001C_7E0B5895.xml" ContentType="application/vnd.openxmlformats-officedocument.presentationml.slideLayout+xml"/>
  <Override PartName="/ppt/slideLayouts/slideLayout_8000001D_4A52546A.xml" ContentType="application/vnd.openxmlformats-officedocument.presentationml.slideLayout+xml"/>
  <Override PartName="/ppt/slideLayouts/slideLayout_8000001E_3F13E703.xml" ContentType="application/vnd.openxmlformats-officedocument.presentationml.slideLayout+xml"/>
  <Override PartName="/ppt/slideLayouts/slideLayout_8000001F_61D704BE.xml" ContentType="application/vnd.openxmlformats-officedocument.presentationml.slideLayout+xml"/>
  <Override PartName="/ppt/slideLayouts/slideLayout_80000020_87B783A.xml" ContentType="application/vnd.openxmlformats-officedocument.presentationml.slideLayout+xml"/>
  <Override PartName="/ppt/slideLayouts/slideLayout_80000021_ADBEA9FE.xml" ContentType="application/vnd.openxmlformats-officedocument.presentationml.slideLayout+xml"/>
  <Override PartName="/ppt/slideLayouts/slideLayout_80000022_12361E4F.xml" ContentType="application/vnd.openxmlformats-officedocument.presentationml.slideLayout+xml"/>
  <Override PartName="/ppt/slideLayouts/slideLayout_80000023_D3311595.xml" ContentType="application/vnd.openxmlformats-officedocument.presentationml.slideLayout+xml"/>
  <Override PartName="/ppt/slideLayouts/slideLayout_80000024_BCAF06CE.xml" ContentType="application/vnd.openxmlformats-officedocument.presentationml.slideLayout+xml"/>
  <Override PartName="/ppt/slideLayouts/slideLayout_80000025_5035C47E.xml" ContentType="application/vnd.openxmlformats-officedocument.presentationml.slideLayout+xml"/>
  <Override PartName="/ppt/slideLayouts/slideLayout_80000026_820DB9D6.xml" ContentType="application/vnd.openxmlformats-officedocument.presentationml.slideLayout+xml"/>
  <Override PartName="/ppt/slideLayouts/slideLayout_80000027_418CE26A.xml" ContentType="application/vnd.openxmlformats-officedocument.presentationml.slideLayout+xml"/>
  <Override PartName="/ppt/slideLayouts/slideLayout_80000028_216044A1.xml" ContentType="application/vnd.openxmlformats-officedocument.presentationml.slideLayout+xml"/>
  <Override PartName="/ppt/slideLayouts/slideLayout_80000029_97444733.xml" ContentType="application/vnd.openxmlformats-officedocument.presentationml.slideLayout+xml"/>
  <Override PartName="/ppt/slideLayouts/slideLayout_8000002A_C10143ED.xml" ContentType="application/vnd.openxmlformats-officedocument.presentationml.slideLayout+xml"/>
  <Override PartName="/ppt/slideLayouts/slideLayout_8000002B_40CAA730.xml" ContentType="application/vnd.openxmlformats-officedocument.presentationml.slideLayout+xml"/>
  <Override PartName="/ppt/slideLayouts/slideLayout_8000002C_9366B24A.xml" ContentType="application/vnd.openxmlformats-officedocument.presentationml.slideLayout+xml"/>
  <Override PartName="/ppt/slideLayouts/slideLayout_8000002D_7F251CF5.xml" ContentType="application/vnd.openxmlformats-officedocument.presentationml.slideLayout+xml"/>
  <Override PartName="/ppt/slideLayouts/slideLayout_8000002E_8925A9D3.xml" ContentType="application/vnd.openxmlformats-officedocument.presentationml.slideLayout+xml"/>
  <Override PartName="/ppt/slideLayouts/slideLayout_8000002F_970CC5FB.xml" ContentType="application/vnd.openxmlformats-officedocument.presentationml.slideLayout+xml"/>
  <Override PartName="/ppt/slideLayouts/slideLayout_80000030_70C8DAEA.xml" ContentType="application/vnd.openxmlformats-officedocument.presentationml.slideLayout+xml"/>
  <Override PartName="/ppt/slideLayouts/slideLayout_80000031_AFB880B3.xml" ContentType="application/vnd.openxmlformats-officedocument.presentationml.slideLayout+xml"/>
  <Override PartName="/ppt/slideLayouts/slideLayout_80000032_993C4BBD.xml" ContentType="application/vnd.openxmlformats-officedocument.presentationml.slideLayout+xml"/>
  <Override PartName="/ppt/slideLayouts/slideLayout_80000033_FF185234.xml" ContentType="application/vnd.openxmlformats-officedocument.presentationml.slideLayout+xml"/>
  <Override PartName="/ppt/slideLayouts/slideLayout_80000034_862C561A.xml" ContentType="application/vnd.openxmlformats-officedocument.presentationml.slideLayout+xml"/>
  <Override PartName="/ppt/slideLayouts/slideLayout_80000035_9AC13D68.xml" ContentType="application/vnd.openxmlformats-officedocument.presentationml.slideLayout+xml"/>
  <Override PartName="/ppt/slideLayouts/slideLayout_80000036_6D3F886D.xml" ContentType="application/vnd.openxmlformats-officedocument.presentationml.slideLayout+xml"/>
  <Override PartName="/ppt/slideLayouts/slideLayout_80000037_2EBC12EC.xml" ContentType="application/vnd.openxmlformats-officedocument.presentationml.slideLayout+xml"/>
  <Override PartName="/ppt/slideLayouts/slideLayout_80000038_598189E3.xml" ContentType="application/vnd.openxmlformats-officedocument.presentationml.slideLayout+xml"/>
  <Override PartName="/ppt/slideLayouts/slideLayout_80000039_E87707A5.xml" ContentType="application/vnd.openxmlformats-officedocument.presentationml.slideLayout+xml"/>
  <Override PartName="/ppt/slideLayouts/slideLayout_8000003A_3689D5C5.xml" ContentType="application/vnd.openxmlformats-officedocument.presentationml.slideLayout+xml"/>
  <Override PartName="/ppt/slideLayouts/slideLayout_8000003B_1C993ACC.xml" ContentType="application/vnd.openxmlformats-officedocument.presentationml.slideLayout+xml"/>
  <Override PartName="/ppt/slideLayouts/slideLayout_8000003C_72D583A3.xml" ContentType="application/vnd.openxmlformats-officedocument.presentationml.slideLayout+xml"/>
  <Override PartName="/ppt/slideLayouts/slideLayout_8000003D_E4FCF432.xml" ContentType="application/vnd.openxmlformats-officedocument.presentationml.slideLayout+xml"/>
  <Override PartName="/ppt/slideLayouts/slideLayout_8000003E_F11A484A.xml" ContentType="application/vnd.openxmlformats-officedocument.presentationml.slideLayout+xml"/>
  <Override PartName="/ppt/slideLayouts/slideLayout_8000003F_772E654E.xml" ContentType="application/vnd.openxmlformats-officedocument.presentationml.slideLayout+xml"/>
  <Override PartName="/ppt/slideLayouts/slideLayout_80000040_8A588AA7.xml" ContentType="application/vnd.openxmlformats-officedocument.presentationml.slideLayout+xml"/>
  <Override PartName="/ppt/slideLayouts/slideLayout_80000041_1C4C3ED0.xml" ContentType="application/vnd.openxmlformats-officedocument.presentationml.slideLayout+xml"/>
  <Override PartName="/ppt/slideLayouts/slideLayout_80000042_17237103.xml" ContentType="application/vnd.openxmlformats-officedocument.presentationml.slideLayout+xml"/>
  <Override PartName="/ppt/slideLayouts/slideLayout_80000043_D4A21222.xml" ContentType="application/vnd.openxmlformats-officedocument.presentationml.slideLayout+xml"/>
  <Override PartName="/ppt/slideLayouts/slideLayout_80000044_5BE7564F.xml" ContentType="application/vnd.openxmlformats-officedocument.presentationml.slideLayout+xml"/>
  <Override PartName="/ppt/slideLayouts/slideLayout_80000045_43B50914.xml" ContentType="application/vnd.openxmlformats-officedocument.presentationml.slideLayout+xml"/>
  <Override PartName="/ppt/slideLayouts/slideLayout_80000046_AF741648.xml" ContentType="application/vnd.openxmlformats-officedocument.presentationml.slideLayout+xml"/>
  <Override PartName="/ppt/theme/theme_0_C9B2F300.xml" ContentType="application/vnd.openxmlformats-officedocument.theme+xml"/>
  <Override PartName="/ppt/notesSlides/notesSlide_A01_9DC67C8C.xml" ContentType="application/vnd.openxmlformats-officedocument.presentationml.notesSlide+xml"/>
  <Override PartName="/ppt/notesSlides/notesSlide_A02_DFA3AB0C.xml" ContentType="application/vnd.openxmlformats-officedocument.presentationml.notesSlide+xml"/>
  <Override PartName="/ppt/notesSlides/notesSlide_A03_72251060.xml" ContentType="application/vnd.openxmlformats-officedocument.presentationml.notesSlide+xml"/>
  <Override PartName="/ppt/notesSlides/notesSlide_A04_16B4F176.xml" ContentType="application/vnd.openxmlformats-officedocument.presentationml.notesSlide+xml"/>
  <Override PartName="/ppt/notesSlides/notesSlide_A05_BACE21BC.xml" ContentType="application/vnd.openxmlformats-officedocument.presentationml.notesSlide+xml"/>
  <Override PartName="/ppt/notesSlides/notesSlide_A06_EFF05A86.xml" ContentType="application/vnd.openxmlformats-officedocument.presentationml.notesSlide+xml"/>
  <Override PartName="/ppt/notesSlides/notesSlide_A07_81B0D3A8.xml" ContentType="application/vnd.openxmlformats-officedocument.presentationml.notesSlide+xml"/>
  <Override PartName="/ppt/notesSlides/notesSlide_A08_B091F1BC.xml" ContentType="application/vnd.openxmlformats-officedocument.presentationml.notesSlide+xml"/>
  <Override PartName="/ppt/notesSlides/notesSlide_A09_ACD3633B.xml" ContentType="application/vnd.openxmlformats-officedocument.presentationml.notesSlide+xml"/>
  <Override PartName="/ppt/notesSlides/notesSlide_A0A_EE4945E3.xml" ContentType="application/vnd.openxmlformats-officedocument.presentationml.notesSlide+xml"/>
  <Override PartName="/ppt/notesSlides/notesSlide_A0B_99DE05B5.xml" ContentType="application/vnd.openxmlformats-officedocument.presentationml.notesSlide+xml"/>
  <Override PartName="/ppt/notesSlides/notesSlide_A0C_A208CFAA.xml" ContentType="application/vnd.openxmlformats-officedocument.presentationml.notesSlide+xml"/>
  <Override PartName="/ppt/notesSlides/notesSlide_A0D_E05C4FB6.xml" ContentType="application/vnd.openxmlformats-officedocument.presentationml.notesSlide+xml"/>
  <Override PartName="/ppt/notesSlides/notesSlide_A0E_CD3A071E.xml" ContentType="application/vnd.openxmlformats-officedocument.presentationml.notesSlide+xml"/>
  <Override PartName="/ppt/notesSlides/notesSlide_A0F_419FEAD9.xml" ContentType="application/vnd.openxmlformats-officedocument.presentationml.notesSlide+xml"/>
  <Override PartName="/ppt/notesSlides/notesSlide_A10_20022559.xml" ContentType="application/vnd.openxmlformats-officedocument.presentationml.notesSlide+xml"/>
  <Override PartName="/ppt/notesSlides/notesSlide_A11_49079050.xml" ContentType="application/vnd.openxmlformats-officedocument.presentationml.notesSlide+xml"/>
  <Override PartName="/ppt/notesSlides/notesSlide_A12_5AE4B467.xml" ContentType="application/vnd.openxmlformats-officedocument.presentationml.notesSlide+xml"/>
  <Override PartName="/ppt/notesSlides/notesSlide_A13_F27A15C2.xml" ContentType="application/vnd.openxmlformats-officedocument.presentationml.notesSlide+xml"/>
  <Override PartName="/ppt/notesSlides/notesSlide_A14_B408F47.xml" ContentType="application/vnd.openxmlformats-officedocument.presentationml.notesSlide+xml"/>
  <Override PartName="/ppt/notesSlides/notesSlide_A15_244373BA.xml" ContentType="application/vnd.openxmlformats-officedocument.presentationml.notesSlide+xml"/>
  <Override PartName="/ppt/diagrams/data_A15_244373BA.xml" ContentType="application/vnd.openxmlformats-officedocument.drawingml.diagramData+xml"/>
  <Override PartName="/ppt/diagrams/layout_A15_244373BA.xml" ContentType="application/vnd.openxmlformats-officedocument.drawingml.diagramLayout+xml"/>
  <Override PartName="/ppt/diagrams/quickStyle_A15_244373BA.xml" ContentType="application/vnd.openxmlformats-officedocument.drawingml.diagramStyle+xml"/>
  <Override PartName="/ppt/diagrams/colors_A15_244373BA.xml" ContentType="application/vnd.openxmlformats-officedocument.drawingml.diagramColors+xml"/>
  <Override PartName="/ppt/diagrams/drawing_A15_244373BA.xml" ContentType="application/vnd.ms-office.drawingml.diagramDrawing+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grama de Formação – Engenheiro de IA Pleno" id="{DAA34712-3CFE-4F44-AEBE-CF1D6A1DBE5F}">
          <p14:sldIdLst>
            <p14:sldId id="2561"/>
          </p14:sldIdLst>
        </p14:section>
        <p14:section name="Contexto Estratégico e Objetivos do Programa" id="{65ECE1A5-A0F4-4DCF-8757-98CDE459C775}">
          <p14:sldIdLst>
            <p14:sldId id="2562"/>
            <p14:sldId id="2563"/>
            <p14:sldId id="2564"/>
            <p14:sldId id="2565"/>
          </p14:sldIdLst>
        </p14:section>
        <p14:section name="Estrutura e Metodologia do Programa" id="{DF09797C-79A1-47FA-85DC-AE0512189D70}">
          <p14:sldIdLst>
            <p14:sldId id="2566"/>
            <p14:sldId id="2567"/>
            <p14:sldId id="2568"/>
            <p14:sldId id="2569"/>
          </p14:sldIdLst>
        </p14:section>
        <p14:section name="Projetos Técnicos do Programa" id="{D48A287E-808D-42D3-8D75-07CD882A6DF6}">
          <p14:sldIdLst>
            <p14:sldId id="2570"/>
            <p14:sldId id="2571"/>
            <p14:sldId id="2572"/>
            <p14:sldId id="2573"/>
          </p14:sldIdLst>
        </p14:section>
        <p14:section name="Trilha de Conhecimento e Governança" id="{9F9E2267-F219-479B-9CCE-C841D85D3A21}">
          <p14:sldIdLst>
            <p14:sldId id="2574"/>
            <p14:sldId id="2575"/>
            <p14:sldId id="2576"/>
            <p14:sldId id="2577"/>
          </p14:sldIdLst>
        </p14:section>
        <p14:section name="Pessoas, Papéis e Preparação Profissional" id="{E0896340-348A-46B0-83FD-02A4BCC1A24B}">
          <p14:sldIdLst>
            <p14:sldId id="2578"/>
            <p14:sldId id="2579"/>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81B0D3A8.xml"/><Relationship Id="rId13" Type="http://schemas.openxmlformats.org/officeDocument/2006/relationships/slide" Target="slides/slide_A0C_A208CFAA.xml"/><Relationship Id="rId18" Type="http://schemas.openxmlformats.org/officeDocument/2006/relationships/slide" Target="slides/slide_A11_49079050.xml"/><Relationship Id="rId26" Type="http://schemas.openxmlformats.org/officeDocument/2006/relationships/tableStyles" Target="tableStyles.xml"/><Relationship Id="rId3" Type="http://schemas.openxmlformats.org/officeDocument/2006/relationships/slide" Target="slides/slide_A02_DFA3AB0C.xml"/><Relationship Id="rId21" Type="http://schemas.openxmlformats.org/officeDocument/2006/relationships/slide" Target="slides/slide_A14_B408F47.xml"/><Relationship Id="rId7" Type="http://schemas.openxmlformats.org/officeDocument/2006/relationships/slide" Target="slides/slide_A06_EFF05A86.xml"/><Relationship Id="rId12" Type="http://schemas.openxmlformats.org/officeDocument/2006/relationships/slide" Target="slides/slide_A0B_99DE05B5.xml"/><Relationship Id="rId17" Type="http://schemas.openxmlformats.org/officeDocument/2006/relationships/slide" Target="slides/slide_A10_20022559.xml"/><Relationship Id="rId25" Type="http://schemas.openxmlformats.org/officeDocument/2006/relationships/theme" Target="theme/theme_80000000_38072686.xml"/><Relationship Id="rId2" Type="http://schemas.openxmlformats.org/officeDocument/2006/relationships/slide" Target="slides/slide_A01_9DC67C8C.xml"/><Relationship Id="rId16" Type="http://schemas.openxmlformats.org/officeDocument/2006/relationships/slide" Target="slides/slide_A0F_419FEAD9.xml"/><Relationship Id="rId20" Type="http://schemas.openxmlformats.org/officeDocument/2006/relationships/slide" Target="slides/slide_A13_F27A15C2.xml"/><Relationship Id="rId1" Type="http://schemas.openxmlformats.org/officeDocument/2006/relationships/slideMaster" Target="slideMasters/slideMaster_80000000_38072686.xml"/><Relationship Id="rId6" Type="http://schemas.openxmlformats.org/officeDocument/2006/relationships/slide" Target="slides/slide_A05_BACE21BC.xml"/><Relationship Id="rId11" Type="http://schemas.openxmlformats.org/officeDocument/2006/relationships/slide" Target="slides/slide_A0A_EE4945E3.xml"/><Relationship Id="rId24" Type="http://schemas.openxmlformats.org/officeDocument/2006/relationships/presProps" Target="presProps.xml"/><Relationship Id="rId5" Type="http://schemas.openxmlformats.org/officeDocument/2006/relationships/slide" Target="slides/slide_A04_16B4F176.xml"/><Relationship Id="rId15" Type="http://schemas.openxmlformats.org/officeDocument/2006/relationships/slide" Target="slides/slide_A0E_CD3A071E.xml"/><Relationship Id="rId23" Type="http://schemas.openxmlformats.org/officeDocument/2006/relationships/notesMaster" Target="notesMasters/notesMaster_0_C9B2F300.xml"/><Relationship Id="rId10" Type="http://schemas.openxmlformats.org/officeDocument/2006/relationships/slide" Target="slides/slide_A09_ACD3633B.xml"/><Relationship Id="rId19" Type="http://schemas.openxmlformats.org/officeDocument/2006/relationships/slide" Target="slides/slide_A12_5AE4B467.xml"/><Relationship Id="rId4" Type="http://schemas.openxmlformats.org/officeDocument/2006/relationships/slide" Target="slides/slide_A03_72251060.xml"/><Relationship Id="rId9" Type="http://schemas.openxmlformats.org/officeDocument/2006/relationships/slide" Target="slides/slide_A08_B091F1BC.xml"/><Relationship Id="rId14" Type="http://schemas.openxmlformats.org/officeDocument/2006/relationships/slide" Target="slides/slide_A0D_E05C4FB6.xml"/><Relationship Id="rId22" Type="http://schemas.openxmlformats.org/officeDocument/2006/relationships/slide" Target="slides/slide_A15_244373BA.xml"/></Relationships>
</file>

<file path=ppt/diagrams/_rels/data_A15_244373BA.xml.rels><?xml version="1.0" encoding="UTF-8" standalone="yes"?>
<Relationships xmlns="http://schemas.openxmlformats.org/package/2006/relationships"><Relationship Id="rId3" Type="http://schemas.openxmlformats.org/officeDocument/2006/relationships/image" Target="../media/image_414C0186.jpeg"/><Relationship Id="rId2" Type="http://schemas.openxmlformats.org/officeDocument/2006/relationships/image" Target="../media/image_C357A419.jpeg"/><Relationship Id="rId1" Type="http://schemas.openxmlformats.org/officeDocument/2006/relationships/image" Target="../media/image_88E0EA47.jpeg"/></Relationships>
</file>

<file path=ppt/diagrams/_rels/drawing_A15_244373BA.xml.rels><?xml version="1.0" encoding="UTF-8" standalone="yes"?>
<Relationships xmlns="http://schemas.openxmlformats.org/package/2006/relationships"><Relationship Id="rId3" Type="http://schemas.openxmlformats.org/officeDocument/2006/relationships/image" Target="../media/image_414C0186.jpeg"/><Relationship Id="rId2" Type="http://schemas.openxmlformats.org/officeDocument/2006/relationships/image" Target="../media/image_C357A419.jpeg"/><Relationship Id="rId1" Type="http://schemas.openxmlformats.org/officeDocument/2006/relationships/image" Target="../media/image_88E0EA47.jpeg"/></Relationships>
</file>

<file path=ppt/diagrams/colors_A15_244373BA.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_A15_244373BA.xml><?xml version="1.0" encoding="utf-8"?>
<dgm:dataModel xmlns:dgm="http://schemas.openxmlformats.org/drawingml/2006/diagram" xmlns:a="http://schemas.openxmlformats.org/drawingml/2006/main">
  <dgm:ptLst>
    <dgm:pt modelId="{B85E7D7A-1B73-4BD9-AFCC-46263E2C4C73}"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588804C6-7738-46C1-8B4E-B82FF320295C}">
      <dgm:prSet/>
      <dgm:spPr/>
      <dgm:t>
        <a:bodyPr/>
        <a:lstStyle/>
        <a:p>
          <a:pPr>
            <a:lnSpc>
              <a:spcPct val="100000"/>
            </a:lnSpc>
            <a:defRPr b="1"/>
          </a:pPr>
          <a:r>
            <a:rPr lang="en-US"/>
            <a:t>Desenvolvimento da Confiança Técnica</a:t>
          </a:r>
        </a:p>
      </dgm:t>
    </dgm:pt>
    <dgm:pt modelId="{6E79C11A-F067-4D10-B3D5-D25CD9400856}" type="parTrans" cxnId="{A7A82F48-A6D8-4FB5-BF52-7A7D8CA3788E}">
      <dgm:prSet/>
      <dgm:spPr/>
      <dgm:t>
        <a:bodyPr/>
        <a:lstStyle/>
        <a:p>
          <a:endParaRPr lang="en-US"/>
        </a:p>
      </dgm:t>
    </dgm:pt>
    <dgm:pt modelId="{D953BE08-E6E0-4300-9F94-18C096061CE8}" type="sibTrans" cxnId="{A7A82F48-A6D8-4FB5-BF52-7A7D8CA3788E}">
      <dgm:prSet/>
      <dgm:spPr/>
      <dgm:t>
        <a:bodyPr/>
        <a:lstStyle/>
        <a:p>
          <a:pPr>
            <a:lnSpc>
              <a:spcPct val="100000"/>
            </a:lnSpc>
            <a:defRPr b="1"/>
          </a:pPr>
          <a:endParaRPr lang="en-US"/>
        </a:p>
      </dgm:t>
    </dgm:pt>
    <dgm:pt modelId="{B2BEAB13-D592-43D3-8964-A8D4582903F5}">
      <dgm:prSet/>
      <dgm:spPr/>
      <dgm:t>
        <a:bodyPr/>
        <a:lstStyle/>
        <a:p>
          <a:pPr>
            <a:lnSpc>
              <a:spcPct val="100000"/>
            </a:lnSpc>
          </a:pPr>
          <a:r>
            <a:rPr lang="en-US"/>
            <a:t>A confiança técnica cresce ao resolver problemas reais e defender soluções com base em experiências práticas e teóricas.</a:t>
          </a:r>
        </a:p>
      </dgm:t>
    </dgm:pt>
    <dgm:pt modelId="{AE02CD4F-6AC0-4335-8D45-A8CABA652FDD}" type="parTrans" cxnId="{3DF4FC0B-D645-4CA6-B459-80FBD745508D}">
      <dgm:prSet/>
      <dgm:spPr/>
      <dgm:t>
        <a:bodyPr/>
        <a:lstStyle/>
        <a:p>
          <a:endParaRPr lang="en-US"/>
        </a:p>
      </dgm:t>
    </dgm:pt>
    <dgm:pt modelId="{6D334A96-38BB-49E6-B540-50870E5CE47C}" type="sibTrans" cxnId="{3DF4FC0B-D645-4CA6-B459-80FBD745508D}">
      <dgm:prSet/>
      <dgm:spPr/>
      <dgm:t>
        <a:bodyPr/>
        <a:lstStyle/>
        <a:p>
          <a:endParaRPr lang="en-US"/>
        </a:p>
      </dgm:t>
    </dgm:pt>
    <dgm:pt modelId="{E30FACC7-E417-471F-BEF0-4EA46013450A}">
      <dgm:prSet/>
      <dgm:spPr/>
      <dgm:t>
        <a:bodyPr/>
        <a:lstStyle/>
        <a:p>
          <a:pPr>
            <a:lnSpc>
              <a:spcPct val="100000"/>
            </a:lnSpc>
            <a:defRPr b="1"/>
          </a:pPr>
          <a:r>
            <a:rPr lang="en-US"/>
            <a:t>Maturidade Profissional Progressiva</a:t>
          </a:r>
        </a:p>
      </dgm:t>
    </dgm:pt>
    <dgm:pt modelId="{774BAC99-4E2E-4D70-A798-1FE4E677CD8B}" type="parTrans" cxnId="{49DC165C-E624-4F66-A7F0-D4F90EBCB970}">
      <dgm:prSet/>
      <dgm:spPr/>
      <dgm:t>
        <a:bodyPr/>
        <a:lstStyle/>
        <a:p>
          <a:endParaRPr lang="en-US"/>
        </a:p>
      </dgm:t>
    </dgm:pt>
    <dgm:pt modelId="{8213093E-1C4A-4770-9398-C80A48095C1D}" type="sibTrans" cxnId="{49DC165C-E624-4F66-A7F0-D4F90EBCB970}">
      <dgm:prSet/>
      <dgm:spPr/>
      <dgm:t>
        <a:bodyPr/>
        <a:lstStyle/>
        <a:p>
          <a:pPr>
            <a:lnSpc>
              <a:spcPct val="100000"/>
            </a:lnSpc>
            <a:defRPr b="1"/>
          </a:pPr>
          <a:endParaRPr lang="en-US"/>
        </a:p>
      </dgm:t>
    </dgm:pt>
    <dgm:pt modelId="{ECCCE6BC-B42C-4D98-A5D6-D1D11CD204FA}">
      <dgm:prSet/>
      <dgm:spPr/>
      <dgm:t>
        <a:bodyPr/>
        <a:lstStyle/>
        <a:p>
          <a:pPr>
            <a:lnSpc>
              <a:spcPct val="100000"/>
            </a:lnSpc>
          </a:pPr>
          <a:r>
            <a:rPr lang="en-US"/>
            <a:t>Enfrentar desafios complexos e receber feedback estruturado promove autonomia e postura proativa nos profissionais.</a:t>
          </a:r>
        </a:p>
      </dgm:t>
    </dgm:pt>
    <dgm:pt modelId="{4DA9234E-B91F-491A-814E-F1362AA41AFE}" type="parTrans" cxnId="{01C45FB9-9C0B-408A-9F1F-20C0914B6755}">
      <dgm:prSet/>
      <dgm:spPr/>
      <dgm:t>
        <a:bodyPr/>
        <a:lstStyle/>
        <a:p>
          <a:endParaRPr lang="en-US"/>
        </a:p>
      </dgm:t>
    </dgm:pt>
    <dgm:pt modelId="{BB0C1392-E929-41FD-BE12-433594118DB3}" type="sibTrans" cxnId="{01C45FB9-9C0B-408A-9F1F-20C0914B6755}">
      <dgm:prSet/>
      <dgm:spPr/>
      <dgm:t>
        <a:bodyPr/>
        <a:lstStyle/>
        <a:p>
          <a:endParaRPr lang="en-US"/>
        </a:p>
      </dgm:t>
    </dgm:pt>
    <dgm:pt modelId="{58546299-AAC0-4677-B490-923629B54699}">
      <dgm:prSet/>
      <dgm:spPr/>
      <dgm:t>
        <a:bodyPr/>
        <a:lstStyle/>
        <a:p>
          <a:pPr>
            <a:lnSpc>
              <a:spcPct val="100000"/>
            </a:lnSpc>
            <a:defRPr b="1"/>
          </a:pPr>
          <a:r>
            <a:rPr lang="en-US"/>
            <a:t>Preparação para Liderança Técnica</a:t>
          </a:r>
        </a:p>
      </dgm:t>
    </dgm:pt>
    <dgm:pt modelId="{DE8170D5-8CB6-4A26-BB1A-44B26FB3D4A1}" type="parTrans" cxnId="{18BFF9C7-5C92-42D7-AD69-05B5E23F0E3A}">
      <dgm:prSet/>
      <dgm:spPr/>
      <dgm:t>
        <a:bodyPr/>
        <a:lstStyle/>
        <a:p>
          <a:endParaRPr lang="en-US"/>
        </a:p>
      </dgm:t>
    </dgm:pt>
    <dgm:pt modelId="{C8F73439-C1AA-4498-8AAD-FAE0FB87A5EA}" type="sibTrans" cxnId="{18BFF9C7-5C92-42D7-AD69-05B5E23F0E3A}">
      <dgm:prSet/>
      <dgm:spPr/>
      <dgm:t>
        <a:bodyPr/>
        <a:lstStyle/>
        <a:p>
          <a:endParaRPr lang="en-US"/>
        </a:p>
      </dgm:t>
    </dgm:pt>
    <dgm:pt modelId="{BB782552-D8C0-4A27-BD10-34317B44DB9A}">
      <dgm:prSet/>
      <dgm:spPr/>
      <dgm:t>
        <a:bodyPr/>
        <a:lstStyle/>
        <a:p>
          <a:pPr>
            <a:lnSpc>
              <a:spcPct val="100000"/>
            </a:lnSpc>
          </a:pPr>
          <a:r>
            <a:rPr lang="en-US"/>
            <a:t>O programa prepara os participantes para liderar discussões técnicas e assumir novos desafios com segurança.</a:t>
          </a:r>
        </a:p>
      </dgm:t>
    </dgm:pt>
    <dgm:pt modelId="{5C6A9389-0B44-4C45-9175-B93A5375F2A6}" type="parTrans" cxnId="{2501CCF2-F4E7-4C9A-BB7A-069E4D4C44B0}">
      <dgm:prSet/>
      <dgm:spPr/>
      <dgm:t>
        <a:bodyPr/>
        <a:lstStyle/>
        <a:p>
          <a:endParaRPr lang="en-US"/>
        </a:p>
      </dgm:t>
    </dgm:pt>
    <dgm:pt modelId="{ABB3916D-60B0-4654-A7CF-F201C9341C84}" type="sibTrans" cxnId="{2501CCF2-F4E7-4C9A-BB7A-069E4D4C44B0}">
      <dgm:prSet/>
      <dgm:spPr/>
      <dgm:t>
        <a:bodyPr/>
        <a:lstStyle/>
        <a:p>
          <a:endParaRPr lang="en-US"/>
        </a:p>
      </dgm:t>
    </dgm:pt>
    <dgm:pt modelId="{8FD9116D-78D9-4211-9736-5C29BA043721}" type="pres">
      <dgm:prSet presAssocID="{B85E7D7A-1B73-4BD9-AFCC-46263E2C4C73}" presName="Root" presStyleCnt="0">
        <dgm:presLayoutVars>
          <dgm:dir/>
          <dgm:resizeHandles val="exact"/>
        </dgm:presLayoutVars>
      </dgm:prSet>
      <dgm:spPr/>
    </dgm:pt>
    <dgm:pt modelId="{3E95C0EB-3351-4393-A214-AE4286D0F259}" type="pres">
      <dgm:prSet presAssocID="{588804C6-7738-46C1-8B4E-B82FF320295C}" presName="Composite" presStyleCnt="0"/>
      <dgm:spPr/>
    </dgm:pt>
    <dgm:pt modelId="{6BFE7C85-336A-42C6-8BF1-569C8AFCA811}" type="pres">
      <dgm:prSet presAssocID="{588804C6-7738-46C1-8B4E-B82FF320295C}"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4638" r="27362"/>
          <a:stretch/>
        </a:blipFill>
      </dgm:spPr>
      <dgm:extLst>
        <a:ext uri="{E40237B7-FDA0-4F09-8148-C483321AD2D9}">
          <dgm14:cNvPr xmlns:dgm14="http://schemas.microsoft.com/office/drawing/2010/diagram" id="0" name="" descr="Professor em seu escritório universitário pesquisando novas tecnologias"/>
        </a:ext>
      </dgm:extLst>
    </dgm:pt>
    <dgm:pt modelId="{9897F719-0843-4333-9038-F12C6E0F157D}" type="pres">
      <dgm:prSet presAssocID="{588804C6-7738-46C1-8B4E-B82FF320295C}" presName="Subtitle" presStyleLbl="revTx" presStyleIdx="0" presStyleCnt="6">
        <dgm:presLayoutVars>
          <dgm:chMax val="0"/>
          <dgm:bulletEnabled/>
        </dgm:presLayoutVars>
      </dgm:prSet>
      <dgm:spPr/>
    </dgm:pt>
    <dgm:pt modelId="{6157A59A-EC1B-490A-9070-F3A2A884DBD7}" type="pres">
      <dgm:prSet presAssocID="{588804C6-7738-46C1-8B4E-B82FF320295C}" presName="Description" presStyleLbl="revTx" presStyleIdx="1" presStyleCnt="6">
        <dgm:presLayoutVars>
          <dgm:bulletEnabled/>
        </dgm:presLayoutVars>
      </dgm:prSet>
      <dgm:spPr/>
    </dgm:pt>
    <dgm:pt modelId="{CA9BD55C-FFBF-4698-952B-AC51B98A1183}" type="pres">
      <dgm:prSet presAssocID="{D953BE08-E6E0-4300-9F94-18C096061CE8}" presName="sibTrans" presStyleLbl="sibTrans2D1" presStyleIdx="0" presStyleCnt="0"/>
      <dgm:spPr/>
    </dgm:pt>
    <dgm:pt modelId="{18A71B52-567C-41D6-AC69-E4D91E1868CB}" type="pres">
      <dgm:prSet presAssocID="{E30FACC7-E417-471F-BEF0-4EA46013450A}" presName="Composite" presStyleCnt="0"/>
      <dgm:spPr/>
    </dgm:pt>
    <dgm:pt modelId="{559438A7-2544-47FD-A496-D028A6466729}" type="pres">
      <dgm:prSet presAssocID="{E30FACC7-E417-471F-BEF0-4EA46013450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5646" r="27609" b="8"/>
          <a:stretch/>
        </a:blipFill>
      </dgm:spPr>
      <dgm:extLst>
        <a:ext uri="{E40237B7-FDA0-4F09-8148-C483321AD2D9}">
          <dgm14:cNvPr xmlns:dgm14="http://schemas.microsoft.com/office/drawing/2010/diagram" id="0" name="" descr="Empresários leem novos contratos e discutem entre si"/>
        </a:ext>
      </dgm:extLst>
    </dgm:pt>
    <dgm:pt modelId="{37C02A26-69AA-4CC1-B974-C787FEB5694E}" type="pres">
      <dgm:prSet presAssocID="{E30FACC7-E417-471F-BEF0-4EA46013450A}" presName="Subtitle" presStyleLbl="revTx" presStyleIdx="2" presStyleCnt="6">
        <dgm:presLayoutVars>
          <dgm:chMax val="0"/>
          <dgm:bulletEnabled/>
        </dgm:presLayoutVars>
      </dgm:prSet>
      <dgm:spPr/>
    </dgm:pt>
    <dgm:pt modelId="{06EA05AE-663F-4DAB-AFE2-0687C018808F}" type="pres">
      <dgm:prSet presAssocID="{E30FACC7-E417-471F-BEF0-4EA46013450A}" presName="Description" presStyleLbl="revTx" presStyleIdx="3" presStyleCnt="6">
        <dgm:presLayoutVars>
          <dgm:bulletEnabled/>
        </dgm:presLayoutVars>
      </dgm:prSet>
      <dgm:spPr/>
    </dgm:pt>
    <dgm:pt modelId="{0DCDE91B-1389-4A6D-9F99-CDE6BDB81E56}" type="pres">
      <dgm:prSet presAssocID="{8213093E-1C4A-4770-9398-C80A48095C1D}" presName="sibTrans" presStyleLbl="sibTrans2D1" presStyleIdx="0" presStyleCnt="0"/>
      <dgm:spPr/>
    </dgm:pt>
    <dgm:pt modelId="{D9F95042-7F02-4FC6-A6F4-BEF316B466C4}" type="pres">
      <dgm:prSet presAssocID="{58546299-AAC0-4677-B490-923629B54699}" presName="Composite" presStyleCnt="0"/>
      <dgm:spPr/>
    </dgm:pt>
    <dgm:pt modelId="{DF65C480-9494-45BA-B24A-6A6DCA171989}" type="pres">
      <dgm:prSet presAssocID="{58546299-AAC0-4677-B490-923629B54699}"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7824" r="25431" b="8"/>
          <a:stretch/>
        </a:blipFill>
      </dgm:spPr>
      <dgm:extLst>
        <a:ext uri="{E40237B7-FDA0-4F09-8148-C483321AD2D9}">
          <dgm14:cNvPr xmlns:dgm14="http://schemas.microsoft.com/office/drawing/2010/diagram" id="0" name="" descr="Homem apresentando na reunião"/>
        </a:ext>
      </dgm:extLst>
    </dgm:pt>
    <dgm:pt modelId="{9D562C14-6F68-4F17-B9BB-7AE9FA01C022}" type="pres">
      <dgm:prSet presAssocID="{58546299-AAC0-4677-B490-923629B54699}" presName="Subtitle" presStyleLbl="revTx" presStyleIdx="4" presStyleCnt="6">
        <dgm:presLayoutVars>
          <dgm:chMax val="0"/>
          <dgm:bulletEnabled/>
        </dgm:presLayoutVars>
      </dgm:prSet>
      <dgm:spPr/>
    </dgm:pt>
    <dgm:pt modelId="{970660DC-EC60-4908-BB5B-2EE31D77DBE1}" type="pres">
      <dgm:prSet presAssocID="{58546299-AAC0-4677-B490-923629B54699}" presName="Description" presStyleLbl="revTx" presStyleIdx="5" presStyleCnt="6">
        <dgm:presLayoutVars>
          <dgm:bulletEnabled/>
        </dgm:presLayoutVars>
      </dgm:prSet>
      <dgm:spPr/>
    </dgm:pt>
  </dgm:ptLst>
  <dgm:cxnLst>
    <dgm:cxn modelId="{3DF4FC0B-D645-4CA6-B459-80FBD745508D}" srcId="{588804C6-7738-46C1-8B4E-B82FF320295C}" destId="{B2BEAB13-D592-43D3-8964-A8D4582903F5}" srcOrd="0" destOrd="0" parTransId="{AE02CD4F-6AC0-4335-8D45-A8CABA652FDD}" sibTransId="{6D334A96-38BB-49E6-B540-50870E5CE47C}"/>
    <dgm:cxn modelId="{0DC1C50E-E8A4-4B26-8475-3E17B1735460}" type="presOf" srcId="{B85E7D7A-1B73-4BD9-AFCC-46263E2C4C73}" destId="{8FD9116D-78D9-4211-9736-5C29BA043721}" srcOrd="0" destOrd="0" presId="urn:microsoft.com/office/officeart/2024/3/layout/verticalVisualTextBlock1"/>
    <dgm:cxn modelId="{1B526838-5517-4356-8891-6664FD6C6D61}" type="presOf" srcId="{ECCCE6BC-B42C-4D98-A5D6-D1D11CD204FA}" destId="{06EA05AE-663F-4DAB-AFE2-0687C018808F}" srcOrd="0" destOrd="0" presId="urn:microsoft.com/office/officeart/2024/3/layout/verticalVisualTextBlock1"/>
    <dgm:cxn modelId="{49DC165C-E624-4F66-A7F0-D4F90EBCB970}" srcId="{B85E7D7A-1B73-4BD9-AFCC-46263E2C4C73}" destId="{E30FACC7-E417-471F-BEF0-4EA46013450A}" srcOrd="1" destOrd="0" parTransId="{774BAC99-4E2E-4D70-A798-1FE4E677CD8B}" sibTransId="{8213093E-1C4A-4770-9398-C80A48095C1D}"/>
    <dgm:cxn modelId="{83EBFC65-CD93-4A04-AB0B-B233F2CD50E1}" type="presOf" srcId="{8213093E-1C4A-4770-9398-C80A48095C1D}" destId="{0DCDE91B-1389-4A6D-9F99-CDE6BDB81E56}" srcOrd="0" destOrd="0" presId="urn:microsoft.com/office/officeart/2024/3/layout/verticalVisualTextBlock1"/>
    <dgm:cxn modelId="{A7A82F48-A6D8-4FB5-BF52-7A7D8CA3788E}" srcId="{B85E7D7A-1B73-4BD9-AFCC-46263E2C4C73}" destId="{588804C6-7738-46C1-8B4E-B82FF320295C}" srcOrd="0" destOrd="0" parTransId="{6E79C11A-F067-4D10-B3D5-D25CD9400856}" sibTransId="{D953BE08-E6E0-4300-9F94-18C096061CE8}"/>
    <dgm:cxn modelId="{68E49569-9408-40BE-B287-B7EFAE7A9C1A}" type="presOf" srcId="{E30FACC7-E417-471F-BEF0-4EA46013450A}" destId="{37C02A26-69AA-4CC1-B974-C787FEB5694E}" srcOrd="0" destOrd="0" presId="urn:microsoft.com/office/officeart/2024/3/layout/verticalVisualTextBlock1"/>
    <dgm:cxn modelId="{938F3C8B-57EE-4C81-ABAE-6A5EA17D013D}" type="presOf" srcId="{58546299-AAC0-4677-B490-923629B54699}" destId="{9D562C14-6F68-4F17-B9BB-7AE9FA01C022}" srcOrd="0" destOrd="0" presId="urn:microsoft.com/office/officeart/2024/3/layout/verticalVisualTextBlock1"/>
    <dgm:cxn modelId="{849D4494-B0DB-43D9-B7FA-653DD286248C}" type="presOf" srcId="{BB782552-D8C0-4A27-BD10-34317B44DB9A}" destId="{970660DC-EC60-4908-BB5B-2EE31D77DBE1}" srcOrd="0" destOrd="0" presId="urn:microsoft.com/office/officeart/2024/3/layout/verticalVisualTextBlock1"/>
    <dgm:cxn modelId="{470A51B2-DC2B-4CB4-8447-EFFEDDFEAF13}" type="presOf" srcId="{B2BEAB13-D592-43D3-8964-A8D4582903F5}" destId="{6157A59A-EC1B-490A-9070-F3A2A884DBD7}" srcOrd="0" destOrd="0" presId="urn:microsoft.com/office/officeart/2024/3/layout/verticalVisualTextBlock1"/>
    <dgm:cxn modelId="{01C45FB9-9C0B-408A-9F1F-20C0914B6755}" srcId="{E30FACC7-E417-471F-BEF0-4EA46013450A}" destId="{ECCCE6BC-B42C-4D98-A5D6-D1D11CD204FA}" srcOrd="0" destOrd="0" parTransId="{4DA9234E-B91F-491A-814E-F1362AA41AFE}" sibTransId="{BB0C1392-E929-41FD-BE12-433594118DB3}"/>
    <dgm:cxn modelId="{18BFF9C7-5C92-42D7-AD69-05B5E23F0E3A}" srcId="{B85E7D7A-1B73-4BD9-AFCC-46263E2C4C73}" destId="{58546299-AAC0-4677-B490-923629B54699}" srcOrd="2" destOrd="0" parTransId="{DE8170D5-8CB6-4A26-BB1A-44B26FB3D4A1}" sibTransId="{C8F73439-C1AA-4498-8AAD-FAE0FB87A5EA}"/>
    <dgm:cxn modelId="{15E1A3CA-C27B-456D-BDF3-26E69F6EC4C7}" type="presOf" srcId="{588804C6-7738-46C1-8B4E-B82FF320295C}" destId="{9897F719-0843-4333-9038-F12C6E0F157D}" srcOrd="0" destOrd="0" presId="urn:microsoft.com/office/officeart/2024/3/layout/verticalVisualTextBlock1"/>
    <dgm:cxn modelId="{A5FAAFEF-12A9-4312-8ACA-C9D06D8F3C1B}" type="presOf" srcId="{D953BE08-E6E0-4300-9F94-18C096061CE8}" destId="{CA9BD55C-FFBF-4698-952B-AC51B98A1183}" srcOrd="0" destOrd="0" presId="urn:microsoft.com/office/officeart/2024/3/layout/verticalVisualTextBlock1"/>
    <dgm:cxn modelId="{2501CCF2-F4E7-4C9A-BB7A-069E4D4C44B0}" srcId="{58546299-AAC0-4677-B490-923629B54699}" destId="{BB782552-D8C0-4A27-BD10-34317B44DB9A}" srcOrd="0" destOrd="0" parTransId="{5C6A9389-0B44-4C45-9175-B93A5375F2A6}" sibTransId="{ABB3916D-60B0-4654-A7CF-F201C9341C84}"/>
    <dgm:cxn modelId="{6D306C60-16DB-4AAE-AFC7-12B01B3F4A9A}" type="presParOf" srcId="{8FD9116D-78D9-4211-9736-5C29BA043721}" destId="{3E95C0EB-3351-4393-A214-AE4286D0F259}" srcOrd="0" destOrd="0" presId="urn:microsoft.com/office/officeart/2024/3/layout/verticalVisualTextBlock1"/>
    <dgm:cxn modelId="{8A79AE03-CC52-4B43-87E1-D43076BD4BB6}" type="presParOf" srcId="{3E95C0EB-3351-4393-A214-AE4286D0F259}" destId="{6BFE7C85-336A-42C6-8BF1-569C8AFCA811}" srcOrd="0" destOrd="0" presId="urn:microsoft.com/office/officeart/2024/3/layout/verticalVisualTextBlock1"/>
    <dgm:cxn modelId="{5C155C8C-4CBB-437B-AF79-089202A5F784}" type="presParOf" srcId="{3E95C0EB-3351-4393-A214-AE4286D0F259}" destId="{9897F719-0843-4333-9038-F12C6E0F157D}" srcOrd="1" destOrd="0" presId="urn:microsoft.com/office/officeart/2024/3/layout/verticalVisualTextBlock1"/>
    <dgm:cxn modelId="{2046454F-B7CD-48CA-9F58-AFDFD3F2D21A}" type="presParOf" srcId="{3E95C0EB-3351-4393-A214-AE4286D0F259}" destId="{6157A59A-EC1B-490A-9070-F3A2A884DBD7}" srcOrd="2" destOrd="0" presId="urn:microsoft.com/office/officeart/2024/3/layout/verticalVisualTextBlock1"/>
    <dgm:cxn modelId="{CF011C1D-9224-4970-8D59-A1C580E19141}" type="presParOf" srcId="{8FD9116D-78D9-4211-9736-5C29BA043721}" destId="{CA9BD55C-FFBF-4698-952B-AC51B98A1183}" srcOrd="1" destOrd="0" presId="urn:microsoft.com/office/officeart/2024/3/layout/verticalVisualTextBlock1"/>
    <dgm:cxn modelId="{EE36BECD-B821-4F84-BF67-BB881117C3BF}" type="presParOf" srcId="{8FD9116D-78D9-4211-9736-5C29BA043721}" destId="{18A71B52-567C-41D6-AC69-E4D91E1868CB}" srcOrd="2" destOrd="0" presId="urn:microsoft.com/office/officeart/2024/3/layout/verticalVisualTextBlock1"/>
    <dgm:cxn modelId="{39AA10B4-02A1-47B1-8269-C4A33A2A5969}" type="presParOf" srcId="{18A71B52-567C-41D6-AC69-E4D91E1868CB}" destId="{559438A7-2544-47FD-A496-D028A6466729}" srcOrd="0" destOrd="0" presId="urn:microsoft.com/office/officeart/2024/3/layout/verticalVisualTextBlock1"/>
    <dgm:cxn modelId="{C517BED1-6ED5-4475-91EE-3F737F4BFA6E}" type="presParOf" srcId="{18A71B52-567C-41D6-AC69-E4D91E1868CB}" destId="{37C02A26-69AA-4CC1-B974-C787FEB5694E}" srcOrd="1" destOrd="0" presId="urn:microsoft.com/office/officeart/2024/3/layout/verticalVisualTextBlock1"/>
    <dgm:cxn modelId="{7D2BBDC4-F650-4076-ADB5-41406392AC8E}" type="presParOf" srcId="{18A71B52-567C-41D6-AC69-E4D91E1868CB}" destId="{06EA05AE-663F-4DAB-AFE2-0687C018808F}" srcOrd="2" destOrd="0" presId="urn:microsoft.com/office/officeart/2024/3/layout/verticalVisualTextBlock1"/>
    <dgm:cxn modelId="{15D2B591-39A2-4EE8-96ED-A5809B248CBF}" type="presParOf" srcId="{8FD9116D-78D9-4211-9736-5C29BA043721}" destId="{0DCDE91B-1389-4A6D-9F99-CDE6BDB81E56}" srcOrd="3" destOrd="0" presId="urn:microsoft.com/office/officeart/2024/3/layout/verticalVisualTextBlock1"/>
    <dgm:cxn modelId="{B71E43F0-DA1B-4A16-900F-2F46D6C287B1}" type="presParOf" srcId="{8FD9116D-78D9-4211-9736-5C29BA043721}" destId="{D9F95042-7F02-4FC6-A6F4-BEF316B466C4}" srcOrd="4" destOrd="0" presId="urn:microsoft.com/office/officeart/2024/3/layout/verticalVisualTextBlock1"/>
    <dgm:cxn modelId="{F28A1691-254F-45D8-9BA8-4C7333D41F74}" type="presParOf" srcId="{D9F95042-7F02-4FC6-A6F4-BEF316B466C4}" destId="{DF65C480-9494-45BA-B24A-6A6DCA171989}" srcOrd="0" destOrd="0" presId="urn:microsoft.com/office/officeart/2024/3/layout/verticalVisualTextBlock1"/>
    <dgm:cxn modelId="{9FC53B98-77B9-4E91-BEF6-606D4C5B0DD8}" type="presParOf" srcId="{D9F95042-7F02-4FC6-A6F4-BEF316B466C4}" destId="{9D562C14-6F68-4F17-B9BB-7AE9FA01C022}" srcOrd="1" destOrd="0" presId="urn:microsoft.com/office/officeart/2024/3/layout/verticalVisualTextBlock1"/>
    <dgm:cxn modelId="{47CB8E33-3B36-4F60-A9E3-1E27B6EEB3E2}" type="presParOf" srcId="{D9F95042-7F02-4FC6-A6F4-BEF316B466C4}" destId="{970660DC-EC60-4908-BB5B-2EE31D77DBE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_A15_244373BA.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FE7C85-336A-42C6-8BF1-569C8AFCA811}">
      <dsp:nvSpPr>
        <dsp:cNvPr id="0" name=""/>
        <dsp:cNvSpPr/>
      </dsp:nvSpPr>
      <dsp:spPr>
        <a:xfrm>
          <a:off x="0" y="0"/>
          <a:ext cx="1099423" cy="109942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4638" r="27362"/>
          <a:stretch/>
        </a:blipFill>
        <a:ln>
          <a:noFill/>
        </a:ln>
        <a:effectLst/>
      </dsp:spPr>
      <dsp:style>
        <a:lnRef idx="0">
          <a:scrgbClr r="0" g="0" b="0"/>
        </a:lnRef>
        <a:fillRef idx="3">
          <a:scrgbClr r="0" g="0" b="0"/>
        </a:fillRef>
        <a:effectRef idx="2">
          <a:scrgbClr r="0" g="0" b="0"/>
        </a:effectRef>
        <a:fontRef idx="minor">
          <a:schemeClr val="lt1"/>
        </a:fontRef>
      </dsp:style>
    </dsp:sp>
    <dsp:sp modelId="{9897F719-0843-4333-9038-F12C6E0F157D}">
      <dsp:nvSpPr>
        <dsp:cNvPr id="0" name=""/>
        <dsp:cNvSpPr/>
      </dsp:nvSpPr>
      <dsp:spPr>
        <a:xfrm>
          <a:off x="1279423" y="0"/>
          <a:ext cx="7188134" cy="369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Desenvolvimento da Confiança Técnica</a:t>
          </a:r>
        </a:p>
      </dsp:txBody>
      <dsp:txXfrm>
        <a:off x="1279423" y="0"/>
        <a:ext cx="7188134" cy="369190"/>
      </dsp:txXfrm>
    </dsp:sp>
    <dsp:sp modelId="{6157A59A-EC1B-490A-9070-F3A2A884DBD7}">
      <dsp:nvSpPr>
        <dsp:cNvPr id="0" name=""/>
        <dsp:cNvSpPr/>
      </dsp:nvSpPr>
      <dsp:spPr>
        <a:xfrm>
          <a:off x="1279423" y="369190"/>
          <a:ext cx="7188134" cy="730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 confiança técnica cresce ao resolver problemas reais e defender soluções com base em experiências práticas e teóricas.</a:t>
          </a:r>
        </a:p>
      </dsp:txBody>
      <dsp:txXfrm>
        <a:off x="1279423" y="369190"/>
        <a:ext cx="7188134" cy="730232"/>
      </dsp:txXfrm>
    </dsp:sp>
    <dsp:sp modelId="{559438A7-2544-47FD-A496-D028A6466729}">
      <dsp:nvSpPr>
        <dsp:cNvPr id="0" name=""/>
        <dsp:cNvSpPr/>
      </dsp:nvSpPr>
      <dsp:spPr>
        <a:xfrm>
          <a:off x="0" y="1187376"/>
          <a:ext cx="1099423" cy="109942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5646" r="27609" b="8"/>
          <a:stretch/>
        </a:blipFill>
        <a:ln>
          <a:noFill/>
        </a:ln>
        <a:effectLst/>
      </dsp:spPr>
      <dsp:style>
        <a:lnRef idx="0">
          <a:scrgbClr r="0" g="0" b="0"/>
        </a:lnRef>
        <a:fillRef idx="3">
          <a:scrgbClr r="0" g="0" b="0"/>
        </a:fillRef>
        <a:effectRef idx="2">
          <a:scrgbClr r="0" g="0" b="0"/>
        </a:effectRef>
        <a:fontRef idx="minor">
          <a:schemeClr val="lt1"/>
        </a:fontRef>
      </dsp:style>
    </dsp:sp>
    <dsp:sp modelId="{37C02A26-69AA-4CC1-B974-C787FEB5694E}">
      <dsp:nvSpPr>
        <dsp:cNvPr id="0" name=""/>
        <dsp:cNvSpPr/>
      </dsp:nvSpPr>
      <dsp:spPr>
        <a:xfrm>
          <a:off x="1279423" y="1187376"/>
          <a:ext cx="7188134" cy="369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Maturidade Profissional Progressiva</a:t>
          </a:r>
        </a:p>
      </dsp:txBody>
      <dsp:txXfrm>
        <a:off x="1279423" y="1187376"/>
        <a:ext cx="7188134" cy="369190"/>
      </dsp:txXfrm>
    </dsp:sp>
    <dsp:sp modelId="{06EA05AE-663F-4DAB-AFE2-0687C018808F}">
      <dsp:nvSpPr>
        <dsp:cNvPr id="0" name=""/>
        <dsp:cNvSpPr/>
      </dsp:nvSpPr>
      <dsp:spPr>
        <a:xfrm>
          <a:off x="1279423" y="1556567"/>
          <a:ext cx="7188134" cy="730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Enfrentar desafios complexos e receber feedback estruturado promove autonomia e postura proativa nos profissionais.</a:t>
          </a:r>
        </a:p>
      </dsp:txBody>
      <dsp:txXfrm>
        <a:off x="1279423" y="1556567"/>
        <a:ext cx="7188134" cy="730232"/>
      </dsp:txXfrm>
    </dsp:sp>
    <dsp:sp modelId="{DF65C480-9494-45BA-B24A-6A6DCA171989}">
      <dsp:nvSpPr>
        <dsp:cNvPr id="0" name=""/>
        <dsp:cNvSpPr/>
      </dsp:nvSpPr>
      <dsp:spPr>
        <a:xfrm>
          <a:off x="0" y="2374753"/>
          <a:ext cx="1099423" cy="109942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7824" r="25431" b="8"/>
          <a:stretch/>
        </a:blipFill>
        <a:ln>
          <a:noFill/>
        </a:ln>
        <a:effectLst/>
      </dsp:spPr>
      <dsp:style>
        <a:lnRef idx="0">
          <a:scrgbClr r="0" g="0" b="0"/>
        </a:lnRef>
        <a:fillRef idx="3">
          <a:scrgbClr r="0" g="0" b="0"/>
        </a:fillRef>
        <a:effectRef idx="2">
          <a:scrgbClr r="0" g="0" b="0"/>
        </a:effectRef>
        <a:fontRef idx="minor">
          <a:schemeClr val="lt1"/>
        </a:fontRef>
      </dsp:style>
    </dsp:sp>
    <dsp:sp modelId="{9D562C14-6F68-4F17-B9BB-7AE9FA01C022}">
      <dsp:nvSpPr>
        <dsp:cNvPr id="0" name=""/>
        <dsp:cNvSpPr/>
      </dsp:nvSpPr>
      <dsp:spPr>
        <a:xfrm>
          <a:off x="1279423" y="2374753"/>
          <a:ext cx="7188134" cy="369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Preparação para Liderança Técnica</a:t>
          </a:r>
        </a:p>
      </dsp:txBody>
      <dsp:txXfrm>
        <a:off x="1279423" y="2374753"/>
        <a:ext cx="7188134" cy="369190"/>
      </dsp:txXfrm>
    </dsp:sp>
    <dsp:sp modelId="{970660DC-EC60-4908-BB5B-2EE31D77DBE1}">
      <dsp:nvSpPr>
        <dsp:cNvPr id="0" name=""/>
        <dsp:cNvSpPr/>
      </dsp:nvSpPr>
      <dsp:spPr>
        <a:xfrm>
          <a:off x="1279423" y="2743944"/>
          <a:ext cx="7188134" cy="730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 programa prepara os participantes para liderar discussões técnicas e assumir novos desafios com segurança.</a:t>
          </a:r>
        </a:p>
      </dsp:txBody>
      <dsp:txXfrm>
        <a:off x="1279423" y="2743944"/>
        <a:ext cx="7188134" cy="730232"/>
      </dsp:txXfrm>
    </dsp:sp>
  </dsp:spTree>
</dsp:drawing>
</file>

<file path=ppt/diagrams/layout_A15_244373BA.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_A15_244373BA.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_0_C9B2F300.xml.rels><?xml version="1.0" encoding="UTF-8" standalone="yes"?>
<Relationships xmlns="http://schemas.openxmlformats.org/package/2006/relationships"><Relationship Id="rId1" Type="http://schemas.openxmlformats.org/officeDocument/2006/relationships/theme" Target="../theme/theme_0_C9B2F300.xml"/></Relationships>
</file>

<file path=ppt/notesMasters/notesMaster_0_C9B2F30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7C38C8-7F20-4637-A514-0B31C79FB52C}"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18C8C-F5BD-4922-8DB8-289F109F1120}" type="slidenum">
              <a:t/>
            </a:fld>
            <a:endParaRPr lang="en-US"/>
          </a:p>
        </p:txBody>
      </p:sp>
    </p:spTree>
    <p:extLst>
      <p:ext uri="{BB962C8B-B14F-4D97-AF65-F5344CB8AC3E}">
        <p14:creationId xmlns:p14="http://schemas.microsoft.com/office/powerpoint/2010/main" val="338394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EE4945E3.xml.rels><?xml version="1.0" encoding="UTF-8" standalone="yes"?>
<Relationships xmlns="http://schemas.openxmlformats.org/package/2006/relationships"><Relationship Id="rId2" Type="http://schemas.openxmlformats.org/officeDocument/2006/relationships/slide" Target="../slides/slide_A0A_EE4945E3.xml"/><Relationship Id="rId1" Type="http://schemas.openxmlformats.org/officeDocument/2006/relationships/notesMaster" Target="../notesMasters/notesMaster_0_C9B2F300.xml"/></Relationships>
</file>

<file path=ppt/notesSlides/_rels/notesSlide_A0B_99DE05B5.xml.rels><?xml version="1.0" encoding="UTF-8" standalone="yes"?>
<Relationships xmlns="http://schemas.openxmlformats.org/package/2006/relationships"><Relationship Id="rId2" Type="http://schemas.openxmlformats.org/officeDocument/2006/relationships/slide" Target="../slides/slide_A0B_99DE05B5.xml"/><Relationship Id="rId1" Type="http://schemas.openxmlformats.org/officeDocument/2006/relationships/notesMaster" Target="../notesMasters/notesMaster_0_C9B2F300.xml"/></Relationships>
</file>

<file path=ppt/notesSlides/_rels/notesSlide_A0C_A208CFAA.xml.rels><?xml version="1.0" encoding="UTF-8" standalone="yes"?>
<Relationships xmlns="http://schemas.openxmlformats.org/package/2006/relationships"><Relationship Id="rId2" Type="http://schemas.openxmlformats.org/officeDocument/2006/relationships/slide" Target="../slides/slide_A0C_A208CFAA.xml"/><Relationship Id="rId1" Type="http://schemas.openxmlformats.org/officeDocument/2006/relationships/notesMaster" Target="../notesMasters/notesMaster_0_C9B2F300.xml"/></Relationships>
</file>

<file path=ppt/notesSlides/_rels/notesSlide_A0D_E05C4FB6.xml.rels><?xml version="1.0" encoding="UTF-8" standalone="yes"?>
<Relationships xmlns="http://schemas.openxmlformats.org/package/2006/relationships"><Relationship Id="rId2" Type="http://schemas.openxmlformats.org/officeDocument/2006/relationships/slide" Target="../slides/slide_A0D_E05C4FB6.xml"/><Relationship Id="rId1" Type="http://schemas.openxmlformats.org/officeDocument/2006/relationships/notesMaster" Target="../notesMasters/notesMaster_0_C9B2F300.xml"/></Relationships>
</file>

<file path=ppt/notesSlides/_rels/notesSlide_A0E_CD3A071E.xml.rels><?xml version="1.0" encoding="UTF-8" standalone="yes"?>
<Relationships xmlns="http://schemas.openxmlformats.org/package/2006/relationships"><Relationship Id="rId2" Type="http://schemas.openxmlformats.org/officeDocument/2006/relationships/slide" Target="../slides/slide_A0E_CD3A071E.xml"/><Relationship Id="rId1" Type="http://schemas.openxmlformats.org/officeDocument/2006/relationships/notesMaster" Target="../notesMasters/notesMaster_0_C9B2F300.xml"/></Relationships>
</file>

<file path=ppt/notesSlides/_rels/notesSlide_A0F_419FEAD9.xml.rels><?xml version="1.0" encoding="UTF-8" standalone="yes"?>
<Relationships xmlns="http://schemas.openxmlformats.org/package/2006/relationships"><Relationship Id="rId2" Type="http://schemas.openxmlformats.org/officeDocument/2006/relationships/slide" Target="../slides/slide_A0F_419FEAD9.xml"/><Relationship Id="rId1" Type="http://schemas.openxmlformats.org/officeDocument/2006/relationships/notesMaster" Target="../notesMasters/notesMaster_0_C9B2F300.xml"/></Relationships>
</file>

<file path=ppt/notesSlides/_rels/notesSlide_A01_9DC67C8C.xml.rels><?xml version="1.0" encoding="UTF-8" standalone="yes"?>
<Relationships xmlns="http://schemas.openxmlformats.org/package/2006/relationships"><Relationship Id="rId2" Type="http://schemas.openxmlformats.org/officeDocument/2006/relationships/slide" Target="../slides/slide_A01_9DC67C8C.xml"/><Relationship Id="rId1" Type="http://schemas.openxmlformats.org/officeDocument/2006/relationships/notesMaster" Target="../notesMasters/notesMaster_0_C9B2F300.xml"/></Relationships>
</file>

<file path=ppt/notesSlides/_rels/notesSlide_A02_DFA3AB0C.xml.rels><?xml version="1.0" encoding="UTF-8" standalone="yes"?>
<Relationships xmlns="http://schemas.openxmlformats.org/package/2006/relationships"><Relationship Id="rId2" Type="http://schemas.openxmlformats.org/officeDocument/2006/relationships/slide" Target="../slides/slide_A02_DFA3AB0C.xml"/><Relationship Id="rId1" Type="http://schemas.openxmlformats.org/officeDocument/2006/relationships/notesMaster" Target="../notesMasters/notesMaster_0_C9B2F300.xml"/></Relationships>
</file>

<file path=ppt/notesSlides/_rels/notesSlide_A03_72251060.xml.rels><?xml version="1.0" encoding="UTF-8" standalone="yes"?>
<Relationships xmlns="http://schemas.openxmlformats.org/package/2006/relationships"><Relationship Id="rId2" Type="http://schemas.openxmlformats.org/officeDocument/2006/relationships/slide" Target="../slides/slide_A03_72251060.xml"/><Relationship Id="rId1" Type="http://schemas.openxmlformats.org/officeDocument/2006/relationships/notesMaster" Target="../notesMasters/notesMaster_0_C9B2F300.xml"/></Relationships>
</file>

<file path=ppt/notesSlides/_rels/notesSlide_A04_16B4F176.xml.rels><?xml version="1.0" encoding="UTF-8" standalone="yes"?>
<Relationships xmlns="http://schemas.openxmlformats.org/package/2006/relationships"><Relationship Id="rId2" Type="http://schemas.openxmlformats.org/officeDocument/2006/relationships/slide" Target="../slides/slide_A04_16B4F176.xml"/><Relationship Id="rId1" Type="http://schemas.openxmlformats.org/officeDocument/2006/relationships/notesMaster" Target="../notesMasters/notesMaster_0_C9B2F300.xml"/></Relationships>
</file>

<file path=ppt/notesSlides/_rels/notesSlide_A05_BACE21BC.xml.rels><?xml version="1.0" encoding="UTF-8" standalone="yes"?>
<Relationships xmlns="http://schemas.openxmlformats.org/package/2006/relationships"><Relationship Id="rId2" Type="http://schemas.openxmlformats.org/officeDocument/2006/relationships/slide" Target="../slides/slide_A05_BACE21BC.xml"/><Relationship Id="rId1" Type="http://schemas.openxmlformats.org/officeDocument/2006/relationships/notesMaster" Target="../notesMasters/notesMaster_0_C9B2F300.xml"/></Relationships>
</file>

<file path=ppt/notesSlides/_rels/notesSlide_A06_EFF05A86.xml.rels><?xml version="1.0" encoding="UTF-8" standalone="yes"?>
<Relationships xmlns="http://schemas.openxmlformats.org/package/2006/relationships"><Relationship Id="rId2" Type="http://schemas.openxmlformats.org/officeDocument/2006/relationships/slide" Target="../slides/slide_A06_EFF05A86.xml"/><Relationship Id="rId1" Type="http://schemas.openxmlformats.org/officeDocument/2006/relationships/notesMaster" Target="../notesMasters/notesMaster_0_C9B2F300.xml"/></Relationships>
</file>

<file path=ppt/notesSlides/_rels/notesSlide_A07_81B0D3A8.xml.rels><?xml version="1.0" encoding="UTF-8" standalone="yes"?>
<Relationships xmlns="http://schemas.openxmlformats.org/package/2006/relationships"><Relationship Id="rId2" Type="http://schemas.openxmlformats.org/officeDocument/2006/relationships/slide" Target="../slides/slide_A07_81B0D3A8.xml"/><Relationship Id="rId1" Type="http://schemas.openxmlformats.org/officeDocument/2006/relationships/notesMaster" Target="../notesMasters/notesMaster_0_C9B2F300.xml"/></Relationships>
</file>

<file path=ppt/notesSlides/_rels/notesSlide_A08_B091F1BC.xml.rels><?xml version="1.0" encoding="UTF-8" standalone="yes"?>
<Relationships xmlns="http://schemas.openxmlformats.org/package/2006/relationships"><Relationship Id="rId2" Type="http://schemas.openxmlformats.org/officeDocument/2006/relationships/slide" Target="../slides/slide_A08_B091F1BC.xml"/><Relationship Id="rId1" Type="http://schemas.openxmlformats.org/officeDocument/2006/relationships/notesMaster" Target="../notesMasters/notesMaster_0_C9B2F300.xml"/></Relationships>
</file>

<file path=ppt/notesSlides/_rels/notesSlide_A09_ACD3633B.xml.rels><?xml version="1.0" encoding="UTF-8" standalone="yes"?>
<Relationships xmlns="http://schemas.openxmlformats.org/package/2006/relationships"><Relationship Id="rId2" Type="http://schemas.openxmlformats.org/officeDocument/2006/relationships/slide" Target="../slides/slide_A09_ACD3633B.xml"/><Relationship Id="rId1" Type="http://schemas.openxmlformats.org/officeDocument/2006/relationships/notesMaster" Target="../notesMasters/notesMaster_0_C9B2F300.xml"/></Relationships>
</file>

<file path=ppt/notesSlides/_rels/notesSlide_A10_20022559.xml.rels><?xml version="1.0" encoding="UTF-8" standalone="yes"?>
<Relationships xmlns="http://schemas.openxmlformats.org/package/2006/relationships"><Relationship Id="rId2" Type="http://schemas.openxmlformats.org/officeDocument/2006/relationships/slide" Target="../slides/slide_A10_20022559.xml"/><Relationship Id="rId1" Type="http://schemas.openxmlformats.org/officeDocument/2006/relationships/notesMaster" Target="../notesMasters/notesMaster_0_C9B2F300.xml"/></Relationships>
</file>

<file path=ppt/notesSlides/_rels/notesSlide_A11_49079050.xml.rels><?xml version="1.0" encoding="UTF-8" standalone="yes"?>
<Relationships xmlns="http://schemas.openxmlformats.org/package/2006/relationships"><Relationship Id="rId2" Type="http://schemas.openxmlformats.org/officeDocument/2006/relationships/slide" Target="../slides/slide_A11_49079050.xml"/><Relationship Id="rId1" Type="http://schemas.openxmlformats.org/officeDocument/2006/relationships/notesMaster" Target="../notesMasters/notesMaster_0_C9B2F300.xml"/></Relationships>
</file>

<file path=ppt/notesSlides/_rels/notesSlide_A12_5AE4B467.xml.rels><?xml version="1.0" encoding="UTF-8" standalone="yes"?>
<Relationships xmlns="http://schemas.openxmlformats.org/package/2006/relationships"><Relationship Id="rId2" Type="http://schemas.openxmlformats.org/officeDocument/2006/relationships/slide" Target="../slides/slide_A12_5AE4B467.xml"/><Relationship Id="rId1" Type="http://schemas.openxmlformats.org/officeDocument/2006/relationships/notesMaster" Target="../notesMasters/notesMaster_0_C9B2F300.xml"/></Relationships>
</file>

<file path=ppt/notesSlides/_rels/notesSlide_A13_F27A15C2.xml.rels><?xml version="1.0" encoding="UTF-8" standalone="yes"?>
<Relationships xmlns="http://schemas.openxmlformats.org/package/2006/relationships"><Relationship Id="rId2" Type="http://schemas.openxmlformats.org/officeDocument/2006/relationships/slide" Target="../slides/slide_A13_F27A15C2.xml"/><Relationship Id="rId1" Type="http://schemas.openxmlformats.org/officeDocument/2006/relationships/notesMaster" Target="../notesMasters/notesMaster_0_C9B2F300.xml"/></Relationships>
</file>

<file path=ppt/notesSlides/_rels/notesSlide_A14_B408F47.xml.rels><?xml version="1.0" encoding="UTF-8" standalone="yes"?>
<Relationships xmlns="http://schemas.openxmlformats.org/package/2006/relationships"><Relationship Id="rId2" Type="http://schemas.openxmlformats.org/officeDocument/2006/relationships/slide" Target="../slides/slide_A14_B408F47.xml"/><Relationship Id="rId1" Type="http://schemas.openxmlformats.org/officeDocument/2006/relationships/notesMaster" Target="../notesMasters/notesMaster_0_C9B2F300.xml"/></Relationships>
</file>

<file path=ppt/notesSlides/_rels/notesSlide_A15_244373BA.xml.rels><?xml version="1.0" encoding="UTF-8" standalone="yes"?>
<Relationships xmlns="http://schemas.openxmlformats.org/package/2006/relationships"><Relationship Id="rId2" Type="http://schemas.openxmlformats.org/officeDocument/2006/relationships/slide" Target="../slides/slide_A15_244373BA.xml"/><Relationship Id="rId1" Type="http://schemas.openxmlformats.org/officeDocument/2006/relationships/notesMaster" Target="../notesMasters/notesMaster_0_C9B2F300.xml"/></Relationships>
</file>

<file path=ppt/notesSlides/notesSlide_A0A_EE4945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Projeto 1 – API Inteligente com LLM, Projeto 2 – RAG com Re-ranking, Projeto 3 – Agentes Autônomos e Automação</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540221193"/>
      </p:ext>
    </p:extLst>
  </p:cSld>
  <p:clrMapOvr>
    <a:masterClrMapping/>
  </p:clrMapOvr>
</p:notes>
</file>

<file path=ppt/notesSlides/notesSlide_A0B_99DE05B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Projeto 1 tem como objetivo estabelecer as bases técnicas do programa, focando no desenvolvimento de uma API inteligente utilizando Python e FastAPI. Os participantes são desafiados a construir um serviço backend robusto, com contratos bem definidos por meio de Pydantic e schemas JSON, garantindo consistência e qualidade nas integrações. A API deve integrar um modelo de linguagem de grande porte, explorando conceitos de prompt engineering orientado a produto, com atenção especial à clareza das instruções, critérios de saída e tratamento de erros. Além disso, o projeto introduz o uso de tool-calling, permitindo que o LLM interaja com funções externas de forma controlada. Um aspecto central é a documentação: o engenheiro deve produzir um README claro, explicando o problema de negócio, a solução proposta e as principais decisões técnicas. Esse projeto simula um cenário comum em consultorias, no qual é necessário entregar rapidamente uma solução funcional, bem estruturada e fácil de integrar a outros sistemas, estabelecendo uma base sólida para evoluções futuras.</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1090946533"/>
      </p:ext>
    </p:extLst>
  </p:cSld>
  <p:clrMapOvr>
    <a:masterClrMapping/>
  </p:clrMapOvr>
</p:notes>
</file>

<file path=ppt/notesSlides/notesSlide_A0C_A208CFA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Projeto 2 aprofunda a complexidade ao introduzir arquiteturas de Retrieval-Augmented Generation, essenciais para garantir que respostas geradas por LLMs sejam fundamentadas em bases de conhecimento confiáveis. Os participantes devem construir um pipeline completo de RAG, incluindo ingestão de dados, indexação em banco vetorial e recuperação de informações relevantes. Um diferencial importante deste projeto é a aplicação de técnicas de re-ranking, que permitem melhorar a qualidade dos resultados recuperados, aumentando a precisão e reduzindo respostas irrelevantes ou inconsistentes. O engenheiro também é incentivado a definir métricas simples para avaliar a qualidade da recuperação, como relevância percebida ou cobertura das respostas. A documentação arquitetural ganha ainda mais importância, exigindo diagramas e explicações claras sobre o fluxo de dados. Esse projeto prepara o profissional para lidar com um dos maiores desafios da IA generativa corporativa: garantir confiabilidade, rastreabilidade e qualidade da informação utilizada pelos modelos.</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2231905738"/>
      </p:ext>
    </p:extLst>
  </p:cSld>
  <p:clrMapOvr>
    <a:masterClrMapping/>
  </p:clrMapOvr>
</p:notes>
</file>

<file path=ppt/notesSlides/notesSlide_A0D_E05C4FB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Projeto 3 representa o nível mais avançado do programa e tem como foco a automação de processos manuais por meio de agentes inteligentes. Utilizando frameworks como LangGraph, os participantes devem projetar e orquestrar agentes capazes de executar fluxos multi-step, tomar decisões intermediárias e interagir com ferramentas e sistemas externos. O uso do Model Context Protocol (MCP) é incentivado para garantir interoperabilidade, padronização e escalabilidade das soluções. Um ponto central deste projeto é a definição de um indicador de automação, que permita mensurar de forma objetiva o impacto da solução, considerando fatores como redução de tempo humano, taxa de intervenção manual e confiabilidade da execução. Esse projeto simula cenários reais de transformação digital, nos quais a automação precisa ser não apenas tecnicamente viável, mas também justificável do ponto de vista de negócio. Ao concluí-lo, o engenheiro desenvolve uma visão madura sobre os limites, riscos e benefícios de agentes autônomos em ambientes corporativos.</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4014818032"/>
      </p:ext>
    </p:extLst>
  </p:cSld>
  <p:clrMapOvr>
    <a:masterClrMapping/>
  </p:clrMapOvr>
</p:notes>
</file>

<file path=ppt/notesSlides/notesSlide_A0E_CD3A071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Trilha Técnica Integrada, Padrões de Repositório e Qualidade, Governança e Interoperabilidade</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2190067176"/>
      </p:ext>
    </p:extLst>
  </p:cSld>
  <p:clrMapOvr>
    <a:masterClrMapping/>
  </p:clrMapOvr>
</p:notes>
</file>

<file path=ppt/notesSlides/notesSlide_A0F_419FEAD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trilha de conhecimento do programa foi desenhada de forma integrada aos projetos, garantindo que o aprendizado teórico seja imediatamente aplicado na prática. Ela começa com uma base sólida em Python, desenvolvimento backend e APIs REST, fundamentais para qualquer engenheiro de IA. Em seguida, avança para temas de IA aplicada, como LLMs, prompt engineering, tool-calling e arquiteturas RAG. A camada seguinte aborda aspectos mais avançados de arquitetura, incluindo bancos vetoriais, re-ranking e integração de múltiplas fontes de dados. Por fim, a trilha culmina em agentes inteligentes, LangGraph, MCP e automação de processos complexos. Essa progressão garante coerência, evita lacunas de conhecimento e prepara o profissional para lidar com soluções completas, do backend ao impacto de negócio. A trilha também estimula o aprendizado contínuo, incentivando a exploração de documentação oficial, boas práticas e padrões amplamente adotados no mercado.</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1934521203"/>
      </p:ext>
    </p:extLst>
  </p:cSld>
  <p:clrMapOvr>
    <a:masterClrMapping/>
  </p:clrMapOvr>
</p:notes>
</file>

<file path=ppt/notesSlides/notesSlide_A01_9DC67C8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Os conteúdos gerados por IA poderão estar incorretos.
---
</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1793654357"/>
      </p:ext>
    </p:extLst>
  </p:cSld>
  <p:clrMapOvr>
    <a:masterClrMapping/>
  </p:clrMapOvr>
</p:notes>
</file>

<file path=ppt/notesSlides/notesSlide_A02_DFA3AB0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Visão Geral do Programa de Formação em IA, Contexto de Mercado e Desafios de Negócio, Objetivos e Resultados Esperados</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3877317962"/>
      </p:ext>
    </p:extLst>
  </p:cSld>
  <p:clrMapOvr>
    <a:masterClrMapping/>
  </p:clrMapOvr>
</p:notes>
</file>

<file path=ppt/notesSlides/notesSlide_A03_722510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Programa de Formação – Engenheiro de IA Pleno foi concebido para responder a um contexto de mercado marcado pela rápida evolução das tecnologias de inteligência artificial generativa, pela adoção crescente de arquiteturas baseadas em agentes e pela necessidade de transformação de processos manuais em fluxos automatizados, escaláveis e mensuráveis. Diferentemente de treinamentos puramente teóricos, este programa assume uma abordagem orientada a projetos reais, simulando desafios enfrentados em ambientes de consultoria e grandes organizações. O foco central é preparar profissionais capazes de atuar de ponta a ponta, desde a compreensão do problema de negócio até a implementação técnica e a defesa arquitetural das soluções propostas. Ao longo de quatro semanas, os participantes desenvolvem três projetos progressivos que cobrem fundamentos de backend em Python, integração com modelos de linguagem de grande porte (LLMs), arquiteturas RAG, técnicas de re-ranking e orquestração de agentes inteligentes. O programa também enfatiza a visão de produto, estimulando decisões técnicas guiadas por critérios como confiabilidade, previsibilidade, custo e impacto operacional. Outro pilar essencial é a preparação do profissional para contextos de avaliação externa, como entrevistas técnicas e apresentações executivas, garantindo que ele consiga comunicar com clareza suas escolhas, trade-offs e resultados. Ao final da jornada, espera-se que o engenheiro esteja apto a assumir responsabilidades típicas de um nível pleno, atuando de forma autônoma, colaborativa e alinhada às necessidades do negócio, com segurança para enfrentar desafios complexos envolvendo IA generativa e automação inteligente.</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1847419913"/>
      </p:ext>
    </p:extLst>
  </p:cSld>
  <p:clrMapOvr>
    <a:masterClrMapping/>
  </p:clrMapOvr>
</p:notes>
</file>

<file path=ppt/notesSlides/notesSlide_A04_16B4F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mercado atual de tecnologia vive um momento de inflexão impulsionado pela maturação dos modelos de linguagem de grande porte e pela sua integração em processos corporativos críticos. Empresas de diversos setores buscam reduzir custos operacionais, aumentar eficiência e acelerar a tomada de decisão por meio da automação inteligente. No entanto, muitos desses esforços esbarram em desafios recorrentes, como a dependência excessiva de processos manuais, a dificuldade em medir o retorno sobre investimento de iniciativas de IA e a complexidade técnica das arquiteturas modernas. Soluções baseadas apenas em prompts simples ou chatbots isolados já não são suficientes para atender demandas reais de negócio. Surge, então, a necessidade de engenheiros capazes de construir APIs robustas, integrar múltiplas fontes de dados, aplicar RAG para garantir respostas fundamentadas e orquestrar agentes que executem fluxos multi-step de forma confiável. Além disso, há uma pressão crescente por padrões, governança e interoperabilidade, especialmente em ambientes corporativos, onde protocolos como MCP e boas práticas de versionamento são fundamentais. Nesse cenário, o desafio não é apenas técnico, mas também estratégico: transformar capacidades de IA em soluções que gerem valor mensurável, reduzam riscos e possam ser explicadas claramente para stakeholders não técnicos. O programa foi desenhado exatamente para endereçar essa lacuna entre potencial tecnológico e entrega efetiva de valor de negócio.</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2732644937"/>
      </p:ext>
    </p:extLst>
  </p:cSld>
  <p:clrMapOvr>
    <a:masterClrMapping/>
  </p:clrMapOvr>
</p:notes>
</file>

<file path=ppt/notesSlides/notesSlide_A05_BACE21B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Os objetivos do programa vão além da capacitação técnica pontual e estão orientados à formação de profissionais completos, prontos para atuar em projetos reais de consultoria e inovação. Entre os principais resultados esperados está a capacidade de desenvolver soluções backend em Python utilizando FastAPI, com contratos bem definidos e validação rigorosa de schemas. Espera-se também que os participantes dominem conceitos e práticas de IA generativa aplicada, incluindo prompt engineering orientado a produto, uso de ferramentas (tool-calling) e integração com APIs externas. Outro objetivo central é a compreensão profunda de arquiteturas RAG, permitindo ao engenheiro projetar pipelines de recuperação de informação eficientes, aplicar técnicas de re-ranking e avaliar a qualidade das respostas geradas. No eixo mais avançado, o programa busca desenvolver competências em orquestração de agentes inteligentes, utilizando frameworks como LangGraph e seguindo padrões como MCP, capacitando o profissional a automatizar processos complexos de forma confiável. Por fim, um resultado essencial é o fortalecimento da confiança do engenheiro para comunicar suas decisões técnicas, defender arquiteturas em entrevistas e demonstrar claramente o impacto de suas soluções no negócio. Ao concluir o programa, o profissional deverá ser reconhecido como “project-ready”, com maturidade técnica, visão sistêmica e clareza na comunicação.</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3932732185"/>
      </p:ext>
    </p:extLst>
  </p:cSld>
  <p:clrMapOvr>
    <a:masterClrMapping/>
  </p:clrMapOvr>
</p:notes>
</file>

<file path=ppt/notesSlides/notesSlide_A06_EFF05A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Estrutura Geral de Quatro Semanas, Metodologia Learn, Build, Explain, Defend, Critérios de Sucesso e Avaliação</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1968109117"/>
      </p:ext>
    </p:extLst>
  </p:cSld>
  <p:clrMapOvr>
    <a:masterClrMapping/>
  </p:clrMapOvr>
</p:notes>
</file>

<file path=ppt/notesSlides/notesSlide_A07_81B0D3A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estrutura do programa foi cuidadosamente planejada para ser executada ao longo de quatro semanas, equilibrando carga técnica, prática contínua e momentos de reflexão e feedback. Cada semana possui um foco específico, mas todas estão interligadas por uma progressão lógica de complexidade. Na primeira semana, os participantes consolidam fundamentos essenciais de backend, APIs REST e integração com LLMs, estabelecendo a base sobre a qual os projetos seguintes serão construídos. A segunda semana aprofunda o tema de qualidade da informação, com foco em arquiteturas RAG, bancos vetoriais e técnicas de re-ranking, fundamentais para garantir confiabilidade e precisão em soluções de IA generativa. Na terceira semana, o foco se desloca para agentes inteligentes e automação de fluxos complexos, introduzindo conceitos de orquestração, LangGraph e execução multi-step. A quarta e última semana é dedicada à consolidação, refinamento das soluções, definição de métricas de impacto e preparação para apresentações e entrevistas. Essa organização permite que o aprendizado seja incremental e aplicado, evitando sobrecarga cognitiva e garantindo que cada conceito seja exercitado em um contexto prático e realista.</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3480517852"/>
      </p:ext>
    </p:extLst>
  </p:cSld>
  <p:clrMapOvr>
    <a:masterClrMapping/>
  </p:clrMapOvr>
</p:notes>
</file>

<file path=ppt/notesSlides/notesSlide_A08_B091F1B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metodologia adotada no programa pode ser resumida no ciclo Learn, Build, Explain, Defend, que reflete a realidade do trabalho em consultoria e projetos de inovação. Na etapa Learn, os participantes entram em contato com conceitos, padrões e exemplos práticos, sempre contextualizados em problemas reais de negócio. Em seguida, na fase Build, esses conhecimentos são aplicados diretamente na construção de soluções, com código, arquitetura e documentação. A etapa Explain é fundamental para desenvolver a capacidade de comunicação técnica, exigindo que o profissional seja capaz de explicar suas decisões, fluxos e trade-offs de forma clara e estruturada. Por fim, a fase Defend simula situações de entrevistas técnicas, bancas internas ou apresentações para stakeholders, nas quais o engenheiro precisa justificar escolhas arquiteturais, responder a questionamentos críticos e demonstrar domínio do tema. Esse ciclo se repete ao longo dos projetos, reforçando não apenas o conhecimento técnico, mas também habilidades essenciais de argumentação, clareza e confiança, que são frequentemente decisivas em contextos profissionais.</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1258317808"/>
      </p:ext>
    </p:extLst>
  </p:cSld>
  <p:clrMapOvr>
    <a:masterClrMapping/>
  </p:clrMapOvr>
</p:notes>
</file>

<file path=ppt/notesSlides/notesSlide_A09_ACD3633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avaliação do progresso e do sucesso dos participantes é baseada em critérios claros e alinhados às expectativas de um Engenheiro de IA Pleno. Não se trata apenas de verificar se o código funciona, mas de analisar a qualidade global da solução entregue. Entre os principais critérios estão a clareza arquitetural, a aderência a padrões de projeto, a robustez dos contratos de API e a qualidade da documentação produzida. Também são avaliadas a capacidade de justificar decisões técnicas, como a escolha entre RAG e fine-tuning, o uso de determinados bancos vetoriais ou estratégias de re-ranking. Outro aspecto relevante é a preocupação com confiabilidade, previsibilidade e impacto de negócio, especialmente nas soluções baseadas em agentes. A comunicação oral e escrita do participante, tanto em apresentações quanto em simulações de entrevistas, também faz parte da avaliação. Esse conjunto de critérios garante uma visão holística do desenvolvimento do profissional, alinhada às demandas reais do mercado e às expectativas de ambientes corporativos exigentes.</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2081762444"/>
      </p:ext>
    </p:extLst>
  </p:cSld>
  <p:clrMapOvr>
    <a:masterClrMapping/>
  </p:clrMapOvr>
</p:notes>
</file>

<file path=ppt/notesSlides/notesSlide_A10_200225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adoção de padrões claros de repositório e qualidade é um elemento central do programa, refletindo práticas comuns em ambientes corporativos e de consultoria. Todos os projetos seguem uma estrutura de pastas padronizada, separando claramente camadas como API, serviços, agentes, prompts e documentação. A exigência de arquivos como README e documents de decisões técnicas incentiva a reflexão sobre trade-offs e aumenta a transparência das escolhas feitas. Testes automatizados, mesmo que simples, são encorajados para reforçar a importância da confiabilidade. Além disso, boas práticas de versionamento, nomenclatura e organização de código são constantemente reforçadas. Esse foco em padrões não apenas melhora a qualidade técnica das entregas, mas também prepara o profissional para trabalhar em equipes maiores, onde consistência e clareza são essenciais para a colaboração eficiente.</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1360810401"/>
      </p:ext>
    </p:extLst>
  </p:cSld>
  <p:clrMapOvr>
    <a:masterClrMapping/>
  </p:clrMapOvr>
</p:notes>
</file>

<file path=ppt/notesSlides/notesSlide_A11_490790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 soluções corporativas de IA, a governança é tão importante quanto a inovação técnica. O programa aborda conceitos de interoperabilidade e padronização, com destaque para protocolos como MCP, que facilitam a integração entre modelos, agentes e ferramentas. Os participantes são incentivados a pensar desde cedo em aspectos como versionamento de modelos, controle de contexto, limites de autonomia dos agentes e mecanismos de fallback. Essa abordagem ajuda a evitar soluções frágeis ou difíceis de manter, comuns em protótipos rápidos que não consideram governança. Ao compreender esses princípios, o engenheiro desenvolve uma mentalidade orientada à escalabilidade e à sustentabilidade das soluções, alinhando-se às expectativas de grandes organizações e ambientes regulados.</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3134431002"/>
      </p:ext>
    </p:extLst>
  </p:cSld>
  <p:clrMapOvr>
    <a:masterClrMapping/>
  </p:clrMapOvr>
</p:notes>
</file>

<file path=ppt/notesSlides/notesSlide_A12_5AE4B4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Matriz RACI e Papéis de Apoio, Preparação para Entrevistas Técnicas, Confiança Técnica e Maturidade Profissional</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869047247"/>
      </p:ext>
    </p:extLst>
  </p:cSld>
  <p:clrMapOvr>
    <a:masterClrMapping/>
  </p:clrMapOvr>
</p:notes>
</file>

<file path=ppt/notesSlides/notesSlide_A13_F27A15C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execução do programa conta com uma matriz RACI bem definida, garantindo clareza de responsabilidades e eficiência na condução da jornada. Marcel Pallet é responsável pelo cronograma, pelas entregas e pela organização da trilha de conhecimento, assegurando que o programa avance conforme o planejado. Romulo Moro atua no desenvolvimento das competências de comunicação, apresentação pessoal e refinamento de currículo, preparando os profissionais para entrevistas e interações com stakeholders. Jhonatan Luna exerce o papel de mediador técnico, oferecendo suporte em ambientes de desenvolvimento, GitHub, provedores de LLM e boas práticas de engenharia. Carlos Ribeiro, como líder técnico, orienta decisões arquiteturais, valida abordagens e garante a profundidade técnica do programa. Essa divisão de papéis cria um ambiente de aprendizado estruturado, com suporte técnico, comportamental e estratégico.</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3415699548"/>
      </p:ext>
    </p:extLst>
  </p:cSld>
  <p:clrMapOvr>
    <a:masterClrMapping/>
  </p:clrMapOvr>
</p:notes>
</file>

<file path=ppt/notesSlides/notesSlide_A14_B408F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preparação para entrevistas é tratada como parte integrante do programa, e não como um elemento isolado ao final da jornada. Ao longo dos projetos, os participantes são constantemente estimulados a explicar suas decisões e a responder perguntas típicas de entrevistas técnicas, como a escolha entre RAG e fine-tuning, estratégias para garantir previsibilidade de agentes ou formas de medir o impacto de soluções de IA. Simulações de entrevistas ajudam a identificar pontos de melhoria na comunicação e no raciocínio técnico. O foco não está apenas em acertar respostas, mas em demonstrar clareza, segurança e capacidade de pensamento crítico. Essa abordagem aumenta significativamente a confiança do profissional e sua performance em processos seletivos reais.</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1402414015"/>
      </p:ext>
    </p:extLst>
  </p:cSld>
  <p:clrMapOvr>
    <a:masterClrMapping/>
  </p:clrMapOvr>
</p:notes>
</file>

<file path=ppt/notesSlides/notesSlide_A15_244373B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Um dos resultados mais importantes do programa é o desenvolvimento da confiança técnica e da maturidade profissional dos participantes. Ao enfrentar desafios progressivamente mais complexos, documentar decisões, receber feedback estruturado e defender suas soluções, o engenheiro passa a ter uma compreensão mais clara de suas próprias capacidades. Essa confiança não é baseada apenas em conhecimento teórico, mas na experiência prática de resolver problemas reais, lidar com incertezas e justificar escolhas. O programa estimula uma postura proativa, autônoma e colaborativa, características essenciais para profissionais que atuarão em ambientes de alta complexidade e constante evolução tecnológica. Ao final da jornada, espera-se que o participante não apenas domine as tecnologias abordadas, mas também se sinta preparado para liderar discussões técnicas e assumir novos desafios com segurança.</a:t>
            </a:r>
          </a:p>
        </p:txBody>
      </p:sp>
      <p:sp>
        <p:nvSpPr>
          <p:cNvPr id="4" name="Slide Number Placeholder 3"/>
          <p:cNvSpPr>
            <a:spLocks noGrp="1"/>
          </p:cNvSpPr>
          <p:nvPr>
            <p:ph type="sldNum" sz="quarter" idx="5"/>
          </p:nvPr>
        </p:nvSpPr>
        <p:spPr/>
        <p:txBody>
          <a:bodyPr/>
          <a:lstStyle/>
          <a:p>
            <a:fld id="{A43B2E73-097A-4580-B45D-F11B849AF8C1}" type="slidenum">
              <a:t/>
            </a:fld>
            <a:endParaRPr lang="en-US"/>
          </a:p>
        </p:txBody>
      </p:sp>
    </p:spTree>
    <p:extLst>
      <p:ext uri="{BB962C8B-B14F-4D97-AF65-F5344CB8AC3E}">
        <p14:creationId xmlns:p14="http://schemas.microsoft.com/office/powerpoint/2010/main" val="3995257704"/>
      </p:ext>
    </p:extLst>
  </p:cSld>
  <p:clrMapOvr>
    <a:masterClrMapping/>
  </p:clrMapOvr>
</p:notes>
</file>

<file path=ppt/slideLayouts/_rels/slideLayout_8000000A_43FA0933.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0B_5D7A67AA.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1A_B6BD6E.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1B_80CD833A.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1C_7E0B5895.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1D_4A52546A.xml.rels><?xml version="1.0" encoding="UTF-8" standalone="yes"?>
<Relationships xmlns="http://schemas.openxmlformats.org/package/2006/relationships"><Relationship Id="rId2" Type="http://schemas.openxmlformats.org/officeDocument/2006/relationships/image" Target="../media/image_7B4745B3.jpeg"/><Relationship Id="rId1" Type="http://schemas.openxmlformats.org/officeDocument/2006/relationships/slideMaster" Target="../slideMasters/slideMaster_80000000_38072686.xml"/></Relationships>
</file>

<file path=ppt/slideLayouts/_rels/slideLayout_8000001E_3F13E703.xml.rels><?xml version="1.0" encoding="UTF-8" standalone="yes"?>
<Relationships xmlns="http://schemas.openxmlformats.org/package/2006/relationships"><Relationship Id="rId2" Type="http://schemas.openxmlformats.org/officeDocument/2006/relationships/image" Target="../media/image_7B4745B3.jpeg"/><Relationship Id="rId1" Type="http://schemas.openxmlformats.org/officeDocument/2006/relationships/slideMaster" Target="../slideMasters/slideMaster_80000000_38072686.xml"/></Relationships>
</file>

<file path=ppt/slideLayouts/_rels/slideLayout_8000001F_61D704BE.xml.rels><?xml version="1.0" encoding="UTF-8" standalone="yes"?>
<Relationships xmlns="http://schemas.openxmlformats.org/package/2006/relationships"><Relationship Id="rId2" Type="http://schemas.openxmlformats.org/officeDocument/2006/relationships/image" Target="../media/image_7B4745B3.jpeg"/><Relationship Id="rId1" Type="http://schemas.openxmlformats.org/officeDocument/2006/relationships/slideMaster" Target="../slideMasters/slideMaster_80000000_38072686.xml"/></Relationships>
</file>

<file path=ppt/slideLayouts/_rels/slideLayout_8000002A_C10143ED.xml.rels><?xml version="1.0" encoding="UTF-8" standalone="yes"?>
<Relationships xmlns="http://schemas.openxmlformats.org/package/2006/relationships"><Relationship Id="rId2" Type="http://schemas.openxmlformats.org/officeDocument/2006/relationships/image" Target="../media/image_E31DCEB7.jpeg"/><Relationship Id="rId1" Type="http://schemas.openxmlformats.org/officeDocument/2006/relationships/slideMaster" Target="../slideMasters/slideMaster_80000000_38072686.xml"/></Relationships>
</file>

<file path=ppt/slideLayouts/_rels/slideLayout_8000002B_40CAA730.xml.rels><?xml version="1.0" encoding="UTF-8" standalone="yes"?>
<Relationships xmlns="http://schemas.openxmlformats.org/package/2006/relationships"><Relationship Id="rId2" Type="http://schemas.openxmlformats.org/officeDocument/2006/relationships/image" Target="../media/image_682DF24.jpeg"/><Relationship Id="rId1" Type="http://schemas.openxmlformats.org/officeDocument/2006/relationships/slideMaster" Target="../slideMasters/slideMaster_80000000_38072686.xml"/></Relationships>
</file>

<file path=ppt/slideLayouts/_rels/slideLayout_8000002C_9366B24A.xml.rels><?xml version="1.0" encoding="UTF-8" standalone="yes"?>
<Relationships xmlns="http://schemas.openxmlformats.org/package/2006/relationships"><Relationship Id="rId2" Type="http://schemas.openxmlformats.org/officeDocument/2006/relationships/image" Target="../media/image_96A9DF1F.jpeg"/><Relationship Id="rId1" Type="http://schemas.openxmlformats.org/officeDocument/2006/relationships/slideMaster" Target="../slideMasters/slideMaster_80000000_38072686.xml"/></Relationships>
</file>

<file path=ppt/slideLayouts/_rels/slideLayout_8000002D_7F251CF5.xml.rels><?xml version="1.0" encoding="UTF-8" standalone="yes"?>
<Relationships xmlns="http://schemas.openxmlformats.org/package/2006/relationships"><Relationship Id="rId2" Type="http://schemas.openxmlformats.org/officeDocument/2006/relationships/image" Target="../media/image_2F9508F5.jpeg"/><Relationship Id="rId1" Type="http://schemas.openxmlformats.org/officeDocument/2006/relationships/slideMaster" Target="../slideMasters/slideMaster_80000000_38072686.xml"/></Relationships>
</file>

<file path=ppt/slideLayouts/_rels/slideLayout_8000002E_8925A9D3.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2F_970CC5FB.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A_3689D5C5.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38072686.xml"/></Relationships>
</file>

<file path=ppt/slideLayouts/_rels/slideLayout_8000003B_1C993ACC.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C_72D583A3.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D_E4FCF432.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E_F11A484A.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38072686.xml"/></Relationships>
</file>

<file path=ppt/slideLayouts/_rels/slideLayout_8000003F_772E654E.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38072686.xml"/></Relationships>
</file>

<file path=ppt/slideLayouts/_rels/slideLayout_80000001_5D8585A7.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02_7056F9D9.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03_CF9EAEF2.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04_460356DE.xml.rels><?xml version="1.0" encoding="UTF-8" standalone="yes"?>
<Relationships xmlns="http://schemas.openxmlformats.org/package/2006/relationships"><Relationship Id="rId2" Type="http://schemas.openxmlformats.org/officeDocument/2006/relationships/image" Target="../media/image_E1200601.jpeg"/><Relationship Id="rId1" Type="http://schemas.openxmlformats.org/officeDocument/2006/relationships/slideMaster" Target="../slideMasters/slideMaster_80000000_38072686.xml"/></Relationships>
</file>

<file path=ppt/slideLayouts/_rels/slideLayout_80000005_C6DB6F6.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38072686.xml"/></Relationships>
</file>

<file path=ppt/slideLayouts/_rels/slideLayout_80000006_E4BC20BB.xml.rels><?xml version="1.0" encoding="UTF-8" standalone="yes"?>
<Relationships xmlns="http://schemas.openxmlformats.org/package/2006/relationships"><Relationship Id="rId2" Type="http://schemas.openxmlformats.org/officeDocument/2006/relationships/image" Target="../media/image_B4B7B7B0.jpeg"/><Relationship Id="rId1" Type="http://schemas.openxmlformats.org/officeDocument/2006/relationships/slideMaster" Target="../slideMasters/slideMaster_80000000_38072686.xml"/></Relationships>
</file>

<file path=ppt/slideLayouts/_rels/slideLayout_80000007_AE5C4509.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08_DD0C949A.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09_940A3481.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18_36F5C743.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19_E8375F4.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20_87B783A.xml.rels><?xml version="1.0" encoding="UTF-8" standalone="yes"?>
<Relationships xmlns="http://schemas.openxmlformats.org/package/2006/relationships"><Relationship Id="rId2" Type="http://schemas.openxmlformats.org/officeDocument/2006/relationships/image" Target="../media/image_7B4745B3.jpeg"/><Relationship Id="rId1" Type="http://schemas.openxmlformats.org/officeDocument/2006/relationships/slideMaster" Target="../slideMasters/slideMaster_80000000_38072686.xml"/></Relationships>
</file>

<file path=ppt/slideLayouts/_rels/slideLayout_80000021_ADBEA9FE.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38072686.xml"/></Relationships>
</file>

<file path=ppt/slideLayouts/_rels/slideLayout_80000022_12361E4F.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38072686.xml"/></Relationships>
</file>

<file path=ppt/slideLayouts/_rels/slideLayout_80000023_D3311595.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38072686.xml"/></Relationships>
</file>

<file path=ppt/slideLayouts/_rels/slideLayout_80000024_BCAF06CE.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38072686.xml"/></Relationships>
</file>

<file path=ppt/slideLayouts/_rels/slideLayout_80000025_5035C47E.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38072686.xml"/></Relationships>
</file>

<file path=ppt/slideLayouts/_rels/slideLayout_80000026_820DB9D6.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38072686.xml"/></Relationships>
</file>

<file path=ppt/slideLayouts/_rels/slideLayout_80000027_418CE26A.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38072686.xml"/></Relationships>
</file>

<file path=ppt/slideLayouts/_rels/slideLayout_80000028_216044A1.xml.rels><?xml version="1.0" encoding="UTF-8" standalone="yes"?>
<Relationships xmlns="http://schemas.openxmlformats.org/package/2006/relationships"><Relationship Id="rId2" Type="http://schemas.openxmlformats.org/officeDocument/2006/relationships/image" Target="../media/image_E1200601.jpeg"/><Relationship Id="rId1" Type="http://schemas.openxmlformats.org/officeDocument/2006/relationships/slideMaster" Target="../slideMasters/slideMaster_80000000_38072686.xml"/></Relationships>
</file>

<file path=ppt/slideLayouts/_rels/slideLayout_80000029_97444733.xml.rels><?xml version="1.0" encoding="UTF-8" standalone="yes"?>
<Relationships xmlns="http://schemas.openxmlformats.org/package/2006/relationships"><Relationship Id="rId2" Type="http://schemas.openxmlformats.org/officeDocument/2006/relationships/image" Target="../media/image_E31DCEB7.jpeg"/><Relationship Id="rId1" Type="http://schemas.openxmlformats.org/officeDocument/2006/relationships/slideMaster" Target="../slideMasters/slideMaster_80000000_38072686.xml"/></Relationships>
</file>

<file path=ppt/slideLayouts/_rels/slideLayout_80000030_70C8DAEA.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1_AFB880B3.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2_993C4BBD.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3_FF185234.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4_862C561A.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5_9AC13D68.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6_6D3F886D.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7_2EBC12EC.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8_598189E3.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39_E87707A5.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40_8A588AA7.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38072686.xml"/></Relationships>
</file>

<file path=ppt/slideLayouts/_rels/slideLayout_80000041_1C4C3ED0.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42_17237103.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43_D4A21222.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44_5BE7564F.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45_43B50914.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_rels/slideLayout_80000046_AF741648.xml.rels><?xml version="1.0" encoding="UTF-8" standalone="yes"?>
<Relationships xmlns="http://schemas.openxmlformats.org/package/2006/relationships"><Relationship Id="rId1" Type="http://schemas.openxmlformats.org/officeDocument/2006/relationships/slideMaster" Target="../slideMasters/slideMaster_80000000_38072686.xml"/></Relationships>
</file>

<file path=ppt/slideLayouts/slideLayout_8000000A_43FA0933.xml><?xml version="1.0" encoding="utf-8"?>
<p:sldLayout xmlns:a="http://schemas.openxmlformats.org/drawingml/2006/main" xmlns:r="http://schemas.openxmlformats.org/officeDocument/2006/relationships" xmlns:p="http://schemas.openxmlformats.org/presentationml/2006/main" type="obj" preserve="1">
  <p:cSld name="Apenas Conteúdo (Máx.)">
    <p:spTree>
      <p:nvGrpSpPr>
        <p:cNvPr id="1" name=""/>
        <p:cNvGrpSpPr/>
        <p:nvPr/>
      </p:nvGrpSpPr>
      <p:grpSpPr>
        <a:xfrm>
          <a:off x="0" y="0"/>
          <a:ext cx="0" cy="0"/>
          <a:chOff x="0" y="0"/>
          <a:chExt cx="0" cy="0"/>
        </a:xfrm>
      </p:grpSpPr>
      <p:sp>
        <p:nvSpPr>
          <p:cNvPr id="7" name="Espaço Reservado para Data 6">
            <a:extLst>
              <a:ext uri="{FF2B5EF4-FFF2-40B4-BE49-F238E27FC236}">
                <a16:creationId xmlns:a16="http://schemas.microsoft.com/office/drawing/2014/main" id="{43E0DDC6-288F-0396-655B-40FD1F02F488}"/>
              </a:ext>
            </a:extLst>
          </p:cNvPr>
          <p:cNvSpPr>
            <a:spLocks noGrp="1"/>
          </p:cNvSpPr>
          <p:nvPr>
            <p:ph type="dt" sz="half" idx="10"/>
          </p:nvPr>
        </p:nvSpPr>
        <p:spPr/>
        <p:txBody>
          <a:bodyPr rtlCol="0"/>
          <a:lstStyle/>
          <a:p>
            <a:pPr rtl="0"/>
            <a:r>
              <a:rPr lang="pt-br"/>
              <a:t>20XX</a:t>
            </a:r>
            <a:endParaRPr lang="en-US"/>
          </a:p>
        </p:txBody>
      </p:sp>
      <p:sp>
        <p:nvSpPr>
          <p:cNvPr id="8" name="Espaço Reservado para Rodapé 7">
            <a:extLst>
              <a:ext uri="{FF2B5EF4-FFF2-40B4-BE49-F238E27FC236}">
                <a16:creationId xmlns:a16="http://schemas.microsoft.com/office/drawing/2014/main" id="{2F864476-B804-0BD9-FC34-B0C08AFEEED1}"/>
              </a:ext>
            </a:extLst>
          </p:cNvPr>
          <p:cNvSpPr>
            <a:spLocks noGrp="1"/>
          </p:cNvSpPr>
          <p:nvPr>
            <p:ph type="ftr" sz="quarter" idx="11"/>
          </p:nvPr>
        </p:nvSpPr>
        <p:spPr/>
        <p:txBody>
          <a:bodyPr rtlCol="0"/>
          <a:lstStyle/>
          <a:p>
            <a:pPr rtl="0"/>
            <a:r>
              <a:rPr lang="pt-br"/>
              <a:t>Amostra de Texto de Rodapé</a:t>
            </a:r>
            <a:endParaRPr lang="en-US"/>
          </a:p>
        </p:txBody>
      </p:sp>
      <p:sp>
        <p:nvSpPr>
          <p:cNvPr id="9" name="Espaço Reservado para o Número do Slide 8">
            <a:extLst>
              <a:ext uri="{FF2B5EF4-FFF2-40B4-BE49-F238E27FC236}">
                <a16:creationId xmlns:a16="http://schemas.microsoft.com/office/drawing/2014/main" id="{DF063844-6E4E-2F08-3516-C4D3B9284D77}"/>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612648" y="548640"/>
            <a:ext cx="11064240" cy="576072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rtlCol="0" anchor="ctr">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1140459827"/>
      </p:ext>
    </p:extLst>
  </p:cSld>
  <p:clrMapOvr>
    <a:masterClrMapping/>
  </p:clrMapOvr>
</p:sldLayout>
</file>

<file path=ppt/slideLayouts/slideLayout_8000000B_5D7A67AA.xml><?xml version="1.0" encoding="utf-8"?>
<p:sldLayout xmlns:a="http://schemas.openxmlformats.org/drawingml/2006/main" xmlns:r="http://schemas.openxmlformats.org/officeDocument/2006/relationships" xmlns:p="http://schemas.openxmlformats.org/presentationml/2006/main" preserve="1">
  <p:cSld name="Título, Conteúdo 1">
    <p:spTree>
      <p:nvGrpSpPr>
        <p:cNvPr id="1" name=""/>
        <p:cNvGrpSpPr/>
        <p:nvPr/>
      </p:nvGrpSpPr>
      <p:grpSpPr>
        <a:xfrm>
          <a:off x="0" y="0"/>
          <a:ext cx="0" cy="0"/>
          <a:chOff x="0" y="0"/>
          <a:chExt cx="0" cy="0"/>
        </a:xfrm>
      </p:grpSpPr>
      <p:sp>
        <p:nvSpPr>
          <p:cNvPr id="8" name="Espaço Reservado para Data 7">
            <a:extLst>
              <a:ext uri="{FF2B5EF4-FFF2-40B4-BE49-F238E27FC236}">
                <a16:creationId xmlns:a16="http://schemas.microsoft.com/office/drawing/2014/main" id="{2DECF7E6-548D-A95C-6299-222EE29ED544}"/>
              </a:ext>
            </a:extLst>
          </p:cNvPr>
          <p:cNvSpPr>
            <a:spLocks noGrp="1"/>
          </p:cNvSpPr>
          <p:nvPr>
            <p:ph type="dt" sz="half" idx="10"/>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8C9320CA-5CD7-A07A-0CA7-261225AAEF77}"/>
              </a:ext>
            </a:extLst>
          </p:cNvPr>
          <p:cNvSpPr>
            <a:spLocks noGrp="1"/>
          </p:cNvSpPr>
          <p:nvPr>
            <p:ph type="ftr" sz="quarter" idx="11"/>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A6E4DA78-A37F-D95F-BF1F-990B686AB49D}"/>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cxnSp>
        <p:nvCxnSpPr>
          <p:cNvPr id="5" name="Conector Reto 4">
            <a:extLst>
              <a:ext uri="{FF2B5EF4-FFF2-40B4-BE49-F238E27FC236}">
                <a16:creationId xmlns:a16="http://schemas.microsoft.com/office/drawing/2014/main" id="{24AA4CE4-9F92-EBE7-4432-1CC495C84A5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Espaço Reservado para Conteúdo 2">
            <a:extLst>
              <a:ext uri="{FF2B5EF4-FFF2-40B4-BE49-F238E27FC236}">
                <a16:creationId xmlns:a16="http://schemas.microsoft.com/office/drawing/2014/main" id="{81BCB7D0-5251-C561-D00E-00DA3123B09B}"/>
              </a:ext>
            </a:extLst>
          </p:cNvPr>
          <p:cNvSpPr>
            <a:spLocks noGrp="1"/>
          </p:cNvSpPr>
          <p:nvPr>
            <p:ph idx="13"/>
          </p:nvPr>
        </p:nvSpPr>
        <p:spPr>
          <a:xfrm>
            <a:off x="5029200" y="2057400"/>
            <a:ext cx="6272784" cy="42062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612648" y="2057400"/>
            <a:ext cx="4114800" cy="42062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653578" cy="1097280"/>
          </a:xfrm>
        </p:spPr>
        <p:txBody>
          <a:bodyPr rtlCol="0"/>
          <a:lstStyle/>
          <a:p>
            <a:pPr rtl="0"/>
            <a:r>
              <a:rPr lang="pt-br"/>
              <a:t>Clique para editar o estilo de título Mestre</a:t>
            </a:r>
            <a:endParaRPr lang="en-US"/>
          </a:p>
        </p:txBody>
      </p:sp>
    </p:spTree>
    <p:extLst>
      <p:ext uri="{BB962C8B-B14F-4D97-AF65-F5344CB8AC3E}">
        <p14:creationId xmlns:p14="http://schemas.microsoft.com/office/powerpoint/2010/main" val="1568303018"/>
      </p:ext>
    </p:extLst>
  </p:cSld>
  <p:clrMapOvr>
    <a:masterClrMapping/>
  </p:clrMapOvr>
</p:sldLayout>
</file>

<file path=ppt/slideLayouts/slideLayout_8000001A_B6BD6E.xml><?xml version="1.0" encoding="utf-8"?>
<p:sldLayout xmlns:a="http://schemas.openxmlformats.org/drawingml/2006/main" xmlns:r="http://schemas.openxmlformats.org/officeDocument/2006/relationships" xmlns:p="http://schemas.openxmlformats.org/presentationml/2006/main" preserve="1">
  <p:cSld name="Título, Conteúdo 4">
    <p:spTree>
      <p:nvGrpSpPr>
        <p:cNvPr id="1" name=""/>
        <p:cNvGrpSpPr/>
        <p:nvPr/>
      </p:nvGrpSpPr>
      <p:grpSpPr>
        <a:xfrm>
          <a:off x="0" y="0"/>
          <a:ext cx="0" cy="0"/>
          <a:chOff x="0" y="0"/>
          <a:chExt cx="0" cy="0"/>
        </a:xfrm>
      </p:grpSpPr>
      <p:sp>
        <p:nvSpPr>
          <p:cNvPr id="3" name="Espaço Reservado para Data 2">
            <a:extLst>
              <a:ext uri="{FF2B5EF4-FFF2-40B4-BE49-F238E27FC236}">
                <a16:creationId xmlns:a16="http://schemas.microsoft.com/office/drawing/2014/main" id="{4F9D7577-84D0-8E65-F175-AA3A5FA9D53A}"/>
              </a:ext>
            </a:extLst>
          </p:cNvPr>
          <p:cNvSpPr>
            <a:spLocks noGrp="1"/>
          </p:cNvSpPr>
          <p:nvPr>
            <p:ph type="dt" sz="half" idx="14"/>
          </p:nvPr>
        </p:nvSpPr>
        <p:spPr/>
        <p:txBody>
          <a:bodyPr rtlCol="0"/>
          <a:lstStyle/>
          <a:p>
            <a:pPr rtl="0"/>
            <a:r>
              <a:rPr lang="pt-br"/>
              <a:t>20XX</a:t>
            </a:r>
            <a:endParaRPr lang="en-US"/>
          </a:p>
        </p:txBody>
      </p:sp>
      <p:sp>
        <p:nvSpPr>
          <p:cNvPr id="7" name="Espaço Reservado para Rodapé 6">
            <a:extLst>
              <a:ext uri="{FF2B5EF4-FFF2-40B4-BE49-F238E27FC236}">
                <a16:creationId xmlns:a16="http://schemas.microsoft.com/office/drawing/2014/main" id="{986F5B01-BF55-2BAF-56B6-E899627F42D2}"/>
              </a:ext>
            </a:extLst>
          </p:cNvPr>
          <p:cNvSpPr>
            <a:spLocks noGrp="1"/>
          </p:cNvSpPr>
          <p:nvPr>
            <p:ph type="ftr" sz="quarter" idx="15"/>
          </p:nvPr>
        </p:nvSpPr>
        <p:spPr/>
        <p:txBody>
          <a:bodyPr rtlCol="0"/>
          <a:lstStyle/>
          <a:p>
            <a:pPr rtl="0"/>
            <a:r>
              <a:rPr lang="pt-br"/>
              <a:t>Texto de Exemplo do Rodapé</a:t>
            </a:r>
            <a:endParaRPr lang="en-US"/>
          </a:p>
        </p:txBody>
      </p:sp>
      <p:sp>
        <p:nvSpPr>
          <p:cNvPr id="9" name="Espaço Reservado para o Número do Slide 8">
            <a:extLst>
              <a:ext uri="{FF2B5EF4-FFF2-40B4-BE49-F238E27FC236}">
                <a16:creationId xmlns:a16="http://schemas.microsoft.com/office/drawing/2014/main" id="{00816FB1-9386-19EC-51AC-B9A15BF6631F}"/>
              </a:ext>
            </a:extLst>
          </p:cNvPr>
          <p:cNvSpPr>
            <a:spLocks noGrp="1"/>
          </p:cNvSpPr>
          <p:nvPr>
            <p:ph type="sldNum" sz="quarter" idx="16"/>
          </p:nvPr>
        </p:nvSpPr>
        <p:spPr/>
        <p:txBody>
          <a:bodyPr rtlCol="0"/>
          <a:lstStyle/>
          <a:p>
            <a:pPr rtl="0"/>
            <a:fld id="{CC057153-B650-4DEB-B370-79DDCFDCE934}" type="slidenum">
              <a:rPr lang="en-US" smtClean="0"/>
              <a:pPr/>
              <a:t/>
            </a:fld>
            <a:endParaRPr lang="en-US"/>
          </a:p>
        </p:txBody>
      </p:sp>
      <p:cxnSp>
        <p:nvCxnSpPr>
          <p:cNvPr id="4" name="Conector Reto 3">
            <a:extLst>
              <a:ext uri="{FF2B5EF4-FFF2-40B4-BE49-F238E27FC236}">
                <a16:creationId xmlns:a16="http://schemas.microsoft.com/office/drawing/2014/main" id="{93ED1E03-CCC3-C651-F12B-D82FFEF34295}"/>
              </a:ext>
              <a:ext uri="{C183D7F6-B498-43B3-948B-1728B52AA6E4}">
                <adec:decorative xmlns:adec="http://schemas.microsoft.com/office/drawing/2017/decorative" val="0"/>
              </a:ext>
            </a:extLst>
          </p:cNvPr>
          <p:cNvCxnSpPr>
            <a:cxnSpLocks/>
          </p:cNvCxnSpPr>
          <p:nvPr userDrawn="1"/>
        </p:nvCxnSpPr>
        <p:spPr>
          <a:xfrm>
            <a:off x="5180565"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FFB4667A-FE47-8556-FD3A-55FDBA801D76}"/>
              </a:ext>
            </a:extLst>
          </p:cNvPr>
          <p:cNvSpPr>
            <a:spLocks noGrp="1"/>
          </p:cNvSpPr>
          <p:nvPr>
            <p:ph sz="quarter" idx="13"/>
          </p:nvPr>
        </p:nvSpPr>
        <p:spPr>
          <a:xfrm>
            <a:off x="5519738" y="1019969"/>
            <a:ext cx="5681662" cy="4818062"/>
          </a:xfrm>
        </p:spPr>
        <p:txBody>
          <a:bodyPr rtlCol="0" anchor="ctr" anchorCtr="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8" y="1109588"/>
            <a:ext cx="4251960" cy="4638825"/>
          </a:xfrm>
        </p:spPr>
        <p:txBody>
          <a:bodyPr rtlCol="0" anchor="ctr" anchorCtr="0">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11976046"/>
      </p:ext>
    </p:extLst>
  </p:cSld>
  <p:clrMapOvr>
    <a:masterClrMapping/>
  </p:clrMapOvr>
</p:sldLayout>
</file>

<file path=ppt/slideLayouts/slideLayout_8000001B_80CD833A.xml><?xml version="1.0" encoding="utf-8"?>
<p:sldLayout xmlns:a="http://schemas.openxmlformats.org/drawingml/2006/main" xmlns:r="http://schemas.openxmlformats.org/officeDocument/2006/relationships" xmlns:p="http://schemas.openxmlformats.org/presentationml/2006/main" preserve="1">
  <p:cSld name="Título, Conteúdo 5">
    <p:spTree>
      <p:nvGrpSpPr>
        <p:cNvPr id="1" name=""/>
        <p:cNvGrpSpPr/>
        <p:nvPr/>
      </p:nvGrpSpPr>
      <p:grpSpPr>
        <a:xfrm>
          <a:off x="0" y="0"/>
          <a:ext cx="0" cy="0"/>
          <a:chOff x="0" y="0"/>
          <a:chExt cx="0" cy="0"/>
        </a:xfrm>
      </p:grpSpPr>
      <p:sp>
        <p:nvSpPr>
          <p:cNvPr id="3" name="Espaço Reservado para Data 2">
            <a:extLst>
              <a:ext uri="{FF2B5EF4-FFF2-40B4-BE49-F238E27FC236}">
                <a16:creationId xmlns:a16="http://schemas.microsoft.com/office/drawing/2014/main" id="{9B941A79-4BD9-A2CF-F9C6-13404271A92E}"/>
              </a:ext>
            </a:extLst>
          </p:cNvPr>
          <p:cNvSpPr>
            <a:spLocks noGrp="1"/>
          </p:cNvSpPr>
          <p:nvPr>
            <p:ph type="dt" sz="half" idx="14"/>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ED3D79FB-B514-6D41-960D-2AFED2C5755A}"/>
              </a:ext>
            </a:extLst>
          </p:cNvPr>
          <p:cNvSpPr>
            <a:spLocks noGrp="1"/>
          </p:cNvSpPr>
          <p:nvPr>
            <p:ph type="ftr" sz="quarter" idx="15"/>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BC479939-236D-71CE-FE51-BFB4BC63128B}"/>
              </a:ext>
            </a:extLst>
          </p:cNvPr>
          <p:cNvSpPr>
            <a:spLocks noGrp="1"/>
          </p:cNvSpPr>
          <p:nvPr>
            <p:ph type="sldNum" sz="quarter" idx="16"/>
          </p:nvPr>
        </p:nvSpPr>
        <p:spPr/>
        <p:txBody>
          <a:bodyPr rtlCol="0"/>
          <a:lstStyle/>
          <a:p>
            <a:pPr rtl="0"/>
            <a:fld id="{CC057153-B650-4DEB-B370-79DDCFDCE934}" type="slidenum">
              <a:rPr lang="en-US" smtClean="0"/>
              <a:pPr/>
              <a:t/>
            </a:fld>
            <a:endParaRPr lang="en-US"/>
          </a:p>
        </p:txBody>
      </p:sp>
      <p:cxnSp>
        <p:nvCxnSpPr>
          <p:cNvPr id="4" name="Conector Reto 3">
            <a:extLst>
              <a:ext uri="{FF2B5EF4-FFF2-40B4-BE49-F238E27FC236}">
                <a16:creationId xmlns:a16="http://schemas.microsoft.com/office/drawing/2014/main" id="{4ED258CD-8D56-A34C-10C5-99A4BC7A0603}"/>
              </a:ext>
              <a:ext uri="{C183D7F6-B498-43B3-948B-1728B52AA6E4}">
                <adec:decorative xmlns:adec="http://schemas.microsoft.com/office/drawing/2017/decorative" val="0"/>
              </a:ext>
            </a:extLst>
          </p:cNvPr>
          <p:cNvCxnSpPr>
            <a:cxnSpLocks/>
          </p:cNvCxnSpPr>
          <p:nvPr userDrawn="1"/>
        </p:nvCxnSpPr>
        <p:spPr>
          <a:xfrm>
            <a:off x="5180565"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5522913" y="540000"/>
            <a:ext cx="6159500" cy="5778000"/>
          </a:xfrm>
        </p:spPr>
        <p:txBody>
          <a:bodyPr rtlCol="0" anchor="ctr" anchorCtr="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7" y="958670"/>
            <a:ext cx="4251960" cy="4940661"/>
          </a:xfrm>
        </p:spPr>
        <p:txBody>
          <a:bodyPr rtlCol="0" anchor="ctr" anchorCtr="0">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2160952122"/>
      </p:ext>
    </p:extLst>
  </p:cSld>
  <p:clrMapOvr>
    <a:masterClrMapping/>
  </p:clrMapOvr>
</p:sldLayout>
</file>

<file path=ppt/slideLayouts/slideLayout_8000001C_7E0B5895.xml><?xml version="1.0" encoding="utf-8"?>
<p:sldLayout xmlns:a="http://schemas.openxmlformats.org/drawingml/2006/main" xmlns:r="http://schemas.openxmlformats.org/officeDocument/2006/relationships" xmlns:p="http://schemas.openxmlformats.org/presentationml/2006/main" preserve="1">
  <p:cSld name="Título, Conteúdo 6">
    <p:spTree>
      <p:nvGrpSpPr>
        <p:cNvPr id="1" name=""/>
        <p:cNvGrpSpPr/>
        <p:nvPr/>
      </p:nvGrpSpPr>
      <p:grpSpPr>
        <a:xfrm>
          <a:off x="0" y="0"/>
          <a:ext cx="0" cy="0"/>
          <a:chOff x="0" y="0"/>
          <a:chExt cx="0" cy="0"/>
        </a:xfrm>
      </p:grpSpPr>
      <p:sp>
        <p:nvSpPr>
          <p:cNvPr id="12" name="Espaço Reservado para Data 11">
            <a:extLst>
              <a:ext uri="{FF2B5EF4-FFF2-40B4-BE49-F238E27FC236}">
                <a16:creationId xmlns:a16="http://schemas.microsoft.com/office/drawing/2014/main" id="{4201033E-3CF1-012B-3D57-0E83BF8A0C18}"/>
              </a:ext>
            </a:extLst>
          </p:cNvPr>
          <p:cNvSpPr>
            <a:spLocks noGrp="1"/>
          </p:cNvSpPr>
          <p:nvPr>
            <p:ph type="dt" sz="half" idx="14"/>
          </p:nvPr>
        </p:nvSpPr>
        <p:spPr/>
        <p:txBody>
          <a:bodyPr rtlCol="0"/>
          <a:lstStyle/>
          <a:p>
            <a:pPr rtl="0"/>
            <a:r>
              <a:rPr lang="pt-br"/>
              <a:t>20XX</a:t>
            </a:r>
            <a:endParaRPr lang="en-US"/>
          </a:p>
        </p:txBody>
      </p:sp>
      <p:sp>
        <p:nvSpPr>
          <p:cNvPr id="13" name="Espaço Reservado para Rodapé 12">
            <a:extLst>
              <a:ext uri="{FF2B5EF4-FFF2-40B4-BE49-F238E27FC236}">
                <a16:creationId xmlns:a16="http://schemas.microsoft.com/office/drawing/2014/main" id="{1BE8DA7A-2CBC-FB81-7447-3E314B07C27C}"/>
              </a:ext>
            </a:extLst>
          </p:cNvPr>
          <p:cNvSpPr>
            <a:spLocks noGrp="1"/>
          </p:cNvSpPr>
          <p:nvPr>
            <p:ph type="ftr" sz="quarter" idx="15"/>
          </p:nvPr>
        </p:nvSpPr>
        <p:spPr/>
        <p:txBody>
          <a:bodyPr rtlCol="0"/>
          <a:lstStyle/>
          <a:p>
            <a:pPr rtl="0"/>
            <a:r>
              <a:rPr lang="pt-br"/>
              <a:t>Amostra de Texto de Rodapé</a:t>
            </a:r>
            <a:endParaRPr lang="en-US"/>
          </a:p>
        </p:txBody>
      </p:sp>
      <p:sp>
        <p:nvSpPr>
          <p:cNvPr id="14" name="Espaço Reservado para o Número do Slide 13">
            <a:extLst>
              <a:ext uri="{FF2B5EF4-FFF2-40B4-BE49-F238E27FC236}">
                <a16:creationId xmlns:a16="http://schemas.microsoft.com/office/drawing/2014/main" id="{7F644DAC-01A3-C6F5-4FC4-6A391EF78F7F}"/>
              </a:ext>
            </a:extLst>
          </p:cNvPr>
          <p:cNvSpPr>
            <a:spLocks noGrp="1"/>
          </p:cNvSpPr>
          <p:nvPr>
            <p:ph type="sldNum" sz="quarter" idx="16"/>
          </p:nvPr>
        </p:nvSpPr>
        <p:spPr/>
        <p:txBody>
          <a:bodyPr rtlCol="0"/>
          <a:lstStyle/>
          <a:p>
            <a:pPr rtl="0"/>
            <a:fld id="{CC057153-B650-4DEB-B370-79DDCFDCE934}" type="slidenum">
              <a:rPr lang="en-US" smtClean="0"/>
              <a:pPr/>
              <a:t/>
            </a:fld>
            <a:endParaRPr lang="en-US"/>
          </a:p>
        </p:txBody>
      </p:sp>
      <p:cxnSp>
        <p:nvCxnSpPr>
          <p:cNvPr id="3" name="Conector Reto 2">
            <a:extLst>
              <a:ext uri="{FF2B5EF4-FFF2-40B4-BE49-F238E27FC236}">
                <a16:creationId xmlns:a16="http://schemas.microsoft.com/office/drawing/2014/main" id="{0EE82159-04CB-6B36-77D1-CFE83702848C}"/>
              </a:ext>
              <a:ext uri="{C183D7F6-B498-43B3-948B-1728B52AA6E4}">
                <adec:decorative xmlns:adec="http://schemas.microsoft.com/office/drawing/2017/decorative" val="0"/>
              </a:ext>
            </a:extLst>
          </p:cNvPr>
          <p:cNvCxnSpPr>
            <a:cxnSpLocks/>
          </p:cNvCxnSpPr>
          <p:nvPr userDrawn="1"/>
        </p:nvCxnSpPr>
        <p:spPr>
          <a:xfrm>
            <a:off x="4187952"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rtlCol="0" anchor="ctr" anchorCtr="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rtlCol="0" anchor="ctr" anchorCtr="0">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2114672789"/>
      </p:ext>
    </p:extLst>
  </p:cSld>
  <p:clrMapOvr>
    <a:masterClrMapping/>
  </p:clrMapOvr>
</p:sldLayout>
</file>

<file path=ppt/slideLayouts/slideLayout_8000001D_4A52546A.xml><?xml version="1.0" encoding="utf-8"?>
<p:sldLayout xmlns:a="http://schemas.openxmlformats.org/drawingml/2006/main" xmlns:r="http://schemas.openxmlformats.org/officeDocument/2006/relationships" xmlns:p="http://schemas.openxmlformats.org/presentationml/2006/main" preserve="1">
  <p:cSld name="Foto do Conteúdo 1">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757F0AA2-65B9-A2D7-CA47-01455F4D74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793885"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257899" y="255814"/>
            <a:ext cx="4278085" cy="6346371"/>
          </a:xfrm>
          <a:blipFill>
            <a:blip r:embed="rId2">
              <a:alphaModFix amt="60000"/>
            </a:blip>
            <a:stretch>
              <a:fillRect/>
            </a:stretch>
          </a:blipFill>
        </p:spPr>
        <p:txBody>
          <a:bodyPr rtlCol="0"/>
          <a:lstStyle/>
          <a:p>
            <a:pPr rtl="0"/>
            <a:r>
              <a:rPr lang="pt-br"/>
              <a:t>Clique no ícone para adicionar uma imagem</a:t>
            </a:r>
          </a:p>
        </p:txBody>
      </p:sp>
      <p:sp>
        <p:nvSpPr>
          <p:cNvPr id="5" name="Espaço Reservado para Data 4">
            <a:extLst>
              <a:ext uri="{FF2B5EF4-FFF2-40B4-BE49-F238E27FC236}">
                <a16:creationId xmlns:a16="http://schemas.microsoft.com/office/drawing/2014/main" id="{1350E950-B4F0-1528-7801-D62516B25059}"/>
              </a:ext>
            </a:extLst>
          </p:cNvPr>
          <p:cNvSpPr>
            <a:spLocks noGrp="1"/>
          </p:cNvSpPr>
          <p:nvPr>
            <p:ph type="dt" sz="half" idx="15"/>
          </p:nvPr>
        </p:nvSpPr>
        <p:spPr>
          <a:xfrm>
            <a:off x="5251084" y="6355080"/>
            <a:ext cx="1350437" cy="457200"/>
          </a:xfrm>
        </p:spPr>
        <p:txBody>
          <a:bodyPr rtlCol="0"/>
          <a:lstStyle/>
          <a:p>
            <a:pPr rtl="0"/>
            <a:r>
              <a:rPr lang="pt-br"/>
              <a:t>20XX</a:t>
            </a:r>
            <a:endParaRPr lang="en-US"/>
          </a:p>
        </p:txBody>
      </p:sp>
      <p:sp>
        <p:nvSpPr>
          <p:cNvPr id="6" name="Espaço Reservado para Rodapé 5">
            <a:extLst>
              <a:ext uri="{FF2B5EF4-FFF2-40B4-BE49-F238E27FC236}">
                <a16:creationId xmlns:a16="http://schemas.microsoft.com/office/drawing/2014/main" id="{F4542BAC-2F9D-47B8-7DD9-6A4CA38FF156}"/>
              </a:ext>
            </a:extLst>
          </p:cNvPr>
          <p:cNvSpPr>
            <a:spLocks noGrp="1"/>
          </p:cNvSpPr>
          <p:nvPr>
            <p:ph type="ftr" sz="quarter" idx="16"/>
          </p:nvPr>
        </p:nvSpPr>
        <p:spPr>
          <a:xfrm>
            <a:off x="6721846" y="6355080"/>
            <a:ext cx="3561439" cy="457200"/>
          </a:xfrm>
        </p:spPr>
        <p:txBody>
          <a:bodyPr rtlCol="0"/>
          <a:lstStyle/>
          <a:p>
            <a:pPr rtl="0"/>
            <a:r>
              <a:rPr lang="pt-br"/>
              <a:t>Exemplo de Texto de Rodapé</a:t>
            </a:r>
            <a:endParaRPr lang="en-US"/>
          </a:p>
        </p:txBody>
      </p:sp>
      <p:sp>
        <p:nvSpPr>
          <p:cNvPr id="7" name="Espaço Reservado para o Número do Slide 6">
            <a:extLst>
              <a:ext uri="{FF2B5EF4-FFF2-40B4-BE49-F238E27FC236}">
                <a16:creationId xmlns:a16="http://schemas.microsoft.com/office/drawing/2014/main" id="{564E0DAA-9A85-8007-5B0C-C63F8ECF6F45}"/>
              </a:ext>
            </a:extLst>
          </p:cNvPr>
          <p:cNvSpPr>
            <a:spLocks noGrp="1"/>
          </p:cNvSpPr>
          <p:nvPr>
            <p:ph type="sldNum" sz="quarter" idx="17"/>
          </p:nvPr>
        </p:nvSpPr>
        <p:spPr>
          <a:xfrm>
            <a:off x="10919011" y="6355080"/>
            <a:ext cx="746807"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5303520" y="1618488"/>
            <a:ext cx="6400800" cy="448056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03519" y="457200"/>
            <a:ext cx="6400800" cy="932688"/>
          </a:xfrm>
        </p:spPr>
        <p:txBody>
          <a:bodyPr rtlCol="0" anchor="b"/>
          <a:lstStyle/>
          <a:p>
            <a:pPr rtl="0"/>
            <a:r>
              <a:rPr lang="pt-br"/>
              <a:t>Clique para editar o estilo de título Mestre</a:t>
            </a:r>
            <a:endParaRPr lang="en-US"/>
          </a:p>
        </p:txBody>
      </p:sp>
    </p:spTree>
    <p:extLst>
      <p:ext uri="{BB962C8B-B14F-4D97-AF65-F5344CB8AC3E}">
        <p14:creationId xmlns:p14="http://schemas.microsoft.com/office/powerpoint/2010/main" val="1246909546"/>
      </p:ext>
    </p:extLst>
  </p:cSld>
  <p:clrMapOvr>
    <a:masterClrMapping/>
  </p:clrMapOvr>
</p:sldLayout>
</file>

<file path=ppt/slideLayouts/slideLayout_8000001E_3F13E703.xml><?xml version="1.0" encoding="utf-8"?>
<p:sldLayout xmlns:a="http://schemas.openxmlformats.org/drawingml/2006/main" xmlns:r="http://schemas.openxmlformats.org/officeDocument/2006/relationships" xmlns:p="http://schemas.openxmlformats.org/presentationml/2006/main" preserve="1" userDrawn="1">
  <p:cSld name="Foto do Conteúdo 2">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868FD0F4-4FB4-9271-2CAA-94C5596FD1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8115" y="0"/>
            <a:ext cx="4793885"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7780266" y="315687"/>
            <a:ext cx="4096048" cy="6193970"/>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ECACFE06-66FE-188C-C142-5832CB6A35D3}"/>
              </a:ext>
            </a:extLst>
          </p:cNvPr>
          <p:cNvSpPr>
            <a:spLocks noGrp="1"/>
          </p:cNvSpPr>
          <p:nvPr>
            <p:ph type="dt" sz="half" idx="15"/>
          </p:nvPr>
        </p:nvSpPr>
        <p:spPr>
          <a:xfrm>
            <a:off x="612648" y="6355080"/>
            <a:ext cx="813816" cy="457200"/>
          </a:xfrm>
        </p:spPr>
        <p:txBody>
          <a:bodyPr rtlCol="0"/>
          <a:lstStyle/>
          <a:p>
            <a:pPr rtl="0"/>
            <a:r>
              <a:rPr lang="pt-br"/>
              <a:t>20XX</a:t>
            </a:r>
            <a:endParaRPr lang="en-US"/>
          </a:p>
        </p:txBody>
      </p:sp>
      <p:sp>
        <p:nvSpPr>
          <p:cNvPr id="5" name="Espaço Reservado para Rodapé 4">
            <a:extLst>
              <a:ext uri="{FF2B5EF4-FFF2-40B4-BE49-F238E27FC236}">
                <a16:creationId xmlns:a16="http://schemas.microsoft.com/office/drawing/2014/main" id="{E937C061-DA9C-F695-2C37-91B103673B57}"/>
              </a:ext>
            </a:extLst>
          </p:cNvPr>
          <p:cNvSpPr>
            <a:spLocks noGrp="1"/>
          </p:cNvSpPr>
          <p:nvPr>
            <p:ph type="ftr" sz="quarter" idx="16"/>
          </p:nvPr>
        </p:nvSpPr>
        <p:spPr>
          <a:xfrm>
            <a:off x="1792287" y="6355080"/>
            <a:ext cx="3950208" cy="457200"/>
          </a:xfrm>
        </p:spPr>
        <p:txBody>
          <a:bodyPr rtlCol="0"/>
          <a:lstStyle/>
          <a:p>
            <a:pPr rtl="0"/>
            <a:r>
              <a:rPr lang="pt-br"/>
              <a:t>Exemplo de Texto de Rodapé</a:t>
            </a:r>
            <a:endParaRPr lang="en-US"/>
          </a:p>
        </p:txBody>
      </p:sp>
      <p:sp>
        <p:nvSpPr>
          <p:cNvPr id="6" name="Espaço Reservado para o Número do Slide 5">
            <a:extLst>
              <a:ext uri="{FF2B5EF4-FFF2-40B4-BE49-F238E27FC236}">
                <a16:creationId xmlns:a16="http://schemas.microsoft.com/office/drawing/2014/main" id="{FF3CD2F8-3F55-131B-B2C4-E82B74347640}"/>
              </a:ext>
            </a:extLst>
          </p:cNvPr>
          <p:cNvSpPr>
            <a:spLocks noGrp="1"/>
          </p:cNvSpPr>
          <p:nvPr>
            <p:ph type="sldNum" sz="quarter" idx="17"/>
          </p:nvPr>
        </p:nvSpPr>
        <p:spPr>
          <a:xfrm>
            <a:off x="5693664" y="6355080"/>
            <a:ext cx="1328928"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612711" y="1828800"/>
            <a:ext cx="6309360" cy="4489704"/>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711" y="457200"/>
            <a:ext cx="6309360" cy="1143000"/>
          </a:xfrm>
        </p:spPr>
        <p:txBody>
          <a:bodyPr rtlCol="0" anchor="b"/>
          <a:lstStyle/>
          <a:p>
            <a:pPr rtl="0"/>
            <a:r>
              <a:rPr lang="pt-br"/>
              <a:t>Clique para editar o estilo de título Mestre</a:t>
            </a:r>
            <a:endParaRPr lang="en-US"/>
          </a:p>
        </p:txBody>
      </p:sp>
    </p:spTree>
    <p:extLst>
      <p:ext uri="{BB962C8B-B14F-4D97-AF65-F5344CB8AC3E}">
        <p14:creationId xmlns:p14="http://schemas.microsoft.com/office/powerpoint/2010/main" val="1058268931"/>
      </p:ext>
    </p:extLst>
  </p:cSld>
  <p:clrMapOvr>
    <a:masterClrMapping/>
  </p:clrMapOvr>
</p:sldLayout>
</file>

<file path=ppt/slideLayouts/slideLayout_8000001F_61D704BE.xml><?xml version="1.0" encoding="utf-8"?>
<p:sldLayout xmlns:a="http://schemas.openxmlformats.org/drawingml/2006/main" xmlns:r="http://schemas.openxmlformats.org/officeDocument/2006/relationships" xmlns:p="http://schemas.openxmlformats.org/presentationml/2006/main" preserve="1">
  <p:cSld name="Foto do Conteúdo 3">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6A1F6EB6-BF49-C9A6-97B0-04FBC8CA1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02336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283029" y="293914"/>
            <a:ext cx="3472542" cy="6346372"/>
          </a:xfrm>
          <a:blipFill>
            <a:blip r:embed="rId2">
              <a:alphaModFix amt="60000"/>
            </a:blip>
            <a:stretch>
              <a:fillRect/>
            </a:stretch>
          </a:blipFill>
        </p:spPr>
        <p:txBody>
          <a:bodyPr rtlCol="0"/>
          <a:lstStyle/>
          <a:p>
            <a:pPr rtl="0"/>
            <a:r>
              <a:rPr lang="pt-br"/>
              <a:t>Clique no ícone para adicionar uma imagem</a:t>
            </a:r>
          </a:p>
        </p:txBody>
      </p:sp>
      <p:sp>
        <p:nvSpPr>
          <p:cNvPr id="3" name="Espaço Reservado para Data 2">
            <a:extLst>
              <a:ext uri="{FF2B5EF4-FFF2-40B4-BE49-F238E27FC236}">
                <a16:creationId xmlns:a16="http://schemas.microsoft.com/office/drawing/2014/main" id="{031B491C-0C38-AF60-0CE1-6DF8F3BD1131}"/>
              </a:ext>
            </a:extLst>
          </p:cNvPr>
          <p:cNvSpPr>
            <a:spLocks noGrp="1"/>
          </p:cNvSpPr>
          <p:nvPr>
            <p:ph type="dt" sz="half" idx="15"/>
          </p:nvPr>
        </p:nvSpPr>
        <p:spPr>
          <a:xfrm>
            <a:off x="4480556" y="6355080"/>
            <a:ext cx="1007927" cy="457200"/>
          </a:xfrm>
        </p:spPr>
        <p:txBody>
          <a:bodyPr rtlCol="0"/>
          <a:lstStyle/>
          <a:p>
            <a:pPr rtl="0"/>
            <a:r>
              <a:rPr lang="pt-br"/>
              <a:t>20XX</a:t>
            </a:r>
            <a:endParaRPr lang="en-US"/>
          </a:p>
        </p:txBody>
      </p:sp>
      <p:sp>
        <p:nvSpPr>
          <p:cNvPr id="4" name="Espaço Reservado para Rodapé 3">
            <a:extLst>
              <a:ext uri="{FF2B5EF4-FFF2-40B4-BE49-F238E27FC236}">
                <a16:creationId xmlns:a16="http://schemas.microsoft.com/office/drawing/2014/main" id="{3EB7351A-8AFB-3477-2CDF-532AD392DA3A}"/>
              </a:ext>
            </a:extLst>
          </p:cNvPr>
          <p:cNvSpPr>
            <a:spLocks noGrp="1"/>
          </p:cNvSpPr>
          <p:nvPr>
            <p:ph type="ftr" sz="quarter" idx="16"/>
          </p:nvPr>
        </p:nvSpPr>
        <p:spPr>
          <a:xfrm>
            <a:off x="5488484" y="6355080"/>
            <a:ext cx="5169408" cy="457200"/>
          </a:xfrm>
        </p:spPr>
        <p:txBody>
          <a:bodyPr rtlCol="0"/>
          <a:lstStyle/>
          <a:p>
            <a:pPr rtl="0"/>
            <a:r>
              <a:rPr lang="pt-br"/>
              <a:t>Exemplo de Texto de Rodapé</a:t>
            </a:r>
            <a:endParaRPr lang="en-US"/>
          </a:p>
        </p:txBody>
      </p:sp>
      <p:sp>
        <p:nvSpPr>
          <p:cNvPr id="9" name="Espaço Reservado para o Número do Slide 8">
            <a:extLst>
              <a:ext uri="{FF2B5EF4-FFF2-40B4-BE49-F238E27FC236}">
                <a16:creationId xmlns:a16="http://schemas.microsoft.com/office/drawing/2014/main" id="{47FCC8F5-4F17-C14E-2E45-E42F5103B38D}"/>
              </a:ext>
            </a:extLst>
          </p:cNvPr>
          <p:cNvSpPr>
            <a:spLocks noGrp="1"/>
          </p:cNvSpPr>
          <p:nvPr>
            <p:ph type="sldNum" sz="quarter" idx="17"/>
          </p:nvPr>
        </p:nvSpPr>
        <p:spPr/>
        <p:txBody>
          <a:bodyPr rtlCol="0"/>
          <a:lstStyle/>
          <a:p>
            <a:pPr rtl="0"/>
            <a:fld id="{CC057153-B650-4DEB-B370-79DDCFDCE934}" type="slidenum">
              <a:rPr lang="en-US" smtClean="0"/>
              <a:pPr/>
              <a:t/>
            </a:fld>
            <a:endParaRPr lang="en-US"/>
          </a:p>
        </p:txBody>
      </p:sp>
      <p:cxnSp>
        <p:nvCxnSpPr>
          <p:cNvPr id="6" name="Conector Reto 5">
            <a:extLst>
              <a:ext uri="{FF2B5EF4-FFF2-40B4-BE49-F238E27FC236}">
                <a16:creationId xmlns:a16="http://schemas.microsoft.com/office/drawing/2014/main" id="{2E2F0B12-448D-F22C-AC76-89212035BCC1}"/>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4572000" y="193852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4480559" y="2103120"/>
            <a:ext cx="7185259" cy="423367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480559" y="548640"/>
            <a:ext cx="7185259" cy="1133856"/>
          </a:xfrm>
        </p:spPr>
        <p:txBody>
          <a:bodyPr rtlCol="0" anchor="b"/>
          <a:lstStyle/>
          <a:p>
            <a:pPr rtl="0"/>
            <a:r>
              <a:rPr lang="pt-br"/>
              <a:t>Clique para editar o estilo de título Mestre</a:t>
            </a:r>
            <a:endParaRPr lang="en-US"/>
          </a:p>
        </p:txBody>
      </p:sp>
    </p:spTree>
    <p:extLst>
      <p:ext uri="{BB962C8B-B14F-4D97-AF65-F5344CB8AC3E}">
        <p14:creationId xmlns:p14="http://schemas.microsoft.com/office/powerpoint/2010/main" val="1641481406"/>
      </p:ext>
    </p:extLst>
  </p:cSld>
  <p:clrMapOvr>
    <a:masterClrMapping/>
  </p:clrMapOvr>
</p:sldLayout>
</file>

<file path=ppt/slideLayouts/slideLayout_8000002A_C10143ED.xml><?xml version="1.0" encoding="utf-8"?>
<p:sldLayout xmlns:a="http://schemas.openxmlformats.org/drawingml/2006/main" xmlns:r="http://schemas.openxmlformats.org/officeDocument/2006/relationships" xmlns:p="http://schemas.openxmlformats.org/presentationml/2006/main" preserve="1">
  <p:cSld name="Foto do Conteúdo 14">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D96D1AEC-51B3-9FC8-27B9-1A441AB4A7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063240"/>
            <a:ext cx="12188952" cy="379476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457200" y="3520440"/>
            <a:ext cx="11274552" cy="2880360"/>
          </a:xfrm>
          <a:blipFill>
            <a:blip r:embed="rId2">
              <a:alphaModFix amt="60000"/>
            </a:blip>
            <a:stretch>
              <a:fillRect/>
            </a:stretch>
          </a:blipFill>
        </p:spPr>
        <p:txBody>
          <a:bodyPr rtlCol="0"/>
          <a:lstStyle/>
          <a:p>
            <a:pPr rtl="0"/>
            <a:r>
              <a:rPr lang="pt-br"/>
              <a:t>Clique no ícone para adicionar uma imagem</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365760" y="59778"/>
            <a:ext cx="3494314" cy="365125"/>
          </a:xfrm>
        </p:spPr>
        <p:txBody>
          <a:bodyPr rtlCol="0"/>
          <a:lstStyle/>
          <a:p>
            <a:pPr rtl="0"/>
            <a:r>
              <a:rPr lang="en-US"/>
              <a:t>24/02/2025</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rtlCol="0"/>
          <a:lstStyle/>
          <a:p>
            <a:pPr rtl="0"/>
            <a:fld id="{CC057153-B650-4DEB-B370-79DDCFDCE934}" type="slidenum">
              <a:rPr lang="en-US" smtClean="0"/>
              <a:t/>
            </a:fld>
            <a:endParaRPr lang="en-US"/>
          </a:p>
        </p:txBody>
      </p:sp>
      <p:cxnSp>
        <p:nvCxnSpPr>
          <p:cNvPr id="3" name="Conector Reto 2">
            <a:extLst>
              <a:ext uri="{FF2B5EF4-FFF2-40B4-BE49-F238E27FC236}">
                <a16:creationId xmlns:a16="http://schemas.microsoft.com/office/drawing/2014/main" id="{4D94CBCF-A933-CF27-CF1D-79FAEAC3CC93}"/>
              </a:ext>
            </a:extLst>
          </p:cNvPr>
          <p:cNvCxnSpPr>
            <a:cxnSpLocks/>
          </p:cNvCxnSpPr>
          <p:nvPr/>
        </p:nvCxnSpPr>
        <p:spPr>
          <a:xfrm rot="16200000" flipH="1">
            <a:off x="3417318" y="151643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41920" cy="2240280"/>
          </a:xfrm>
        </p:spPr>
        <p:txBody>
          <a:bodyPr rtlCol="0">
            <a:noAutofit/>
          </a:bodyPr>
          <a:lstStyle>
            <a:lvl1pPr marL="285750" indent="-285750">
              <a:buFont typeface="Arial" panose="020B0604020202020204" pitchFamily="34" charset="0"/>
              <a:buChar char="•"/>
              <a:defRPr sz="1800"/>
            </a:lvl1pPr>
            <a:lvl2pPr marL="228600" indent="0">
              <a:buFont typeface="Arial" panose="020B0604020202020204" pitchFamily="34" charset="0"/>
              <a:buNone/>
              <a:defRPr sz="1800"/>
            </a:lvl2pPr>
            <a:lvl3pPr marL="742950" indent="-285750">
              <a:buFont typeface="Arial" panose="020B0604020202020204" pitchFamily="34" charset="0"/>
              <a:buChar char="•"/>
              <a:defRPr sz="1800"/>
            </a:lvl3pPr>
            <a:lvl4pPr marL="685800" indent="0">
              <a:buFont typeface="Arial" panose="020B0604020202020204" pitchFamily="34" charset="0"/>
              <a:buNone/>
              <a:defRPr sz="1800"/>
            </a:lvl4pPr>
            <a:lvl5pPr marL="1085850" indent="-171450">
              <a:buFont typeface="Arial" panose="020B0604020202020204" pitchFamily="34" charset="0"/>
              <a:buChar char="•"/>
              <a:defRPr sz="18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57200" y="561425"/>
            <a:ext cx="2953618" cy="1892808"/>
          </a:xfrm>
        </p:spPr>
        <p:txBody>
          <a:bodyPr rtlCol="0" anchor="t">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3238085613"/>
      </p:ext>
    </p:extLst>
  </p:cSld>
  <p:clrMapOvr>
    <a:masterClrMapping/>
  </p:clrMapOvr>
</p:sldLayout>
</file>

<file path=ppt/slideLayouts/slideLayout_8000002B_40CAA730.xml><?xml version="1.0" encoding="utf-8"?>
<p:sldLayout xmlns:a="http://schemas.openxmlformats.org/drawingml/2006/main" xmlns:r="http://schemas.openxmlformats.org/officeDocument/2006/relationships" xmlns:p="http://schemas.openxmlformats.org/presentationml/2006/main" preserve="1">
  <p:cSld name="Foto do Conteúdo 15">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BC0A7ADA-6DDB-615E-48EB-949B0F1687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551" y="1828800"/>
            <a:ext cx="6446521" cy="44256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841246" y="2119231"/>
            <a:ext cx="5940554" cy="3878798"/>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D88569A4-CD57-DE0E-989A-46904C4A8BD5}"/>
              </a:ext>
            </a:extLst>
          </p:cNvPr>
          <p:cNvSpPr>
            <a:spLocks noGrp="1"/>
          </p:cNvSpPr>
          <p:nvPr>
            <p:ph type="dt" sz="half" idx="15"/>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4AFA4BAD-8236-627C-D9C6-1A43338B156B}"/>
              </a:ext>
            </a:extLst>
          </p:cNvPr>
          <p:cNvSpPr>
            <a:spLocks noGrp="1"/>
          </p:cNvSpPr>
          <p:nvPr>
            <p:ph type="ftr" sz="quarter" idx="16"/>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0656E035-9846-E7A8-2534-940C5FE6CA97}"/>
              </a:ext>
            </a:extLst>
          </p:cNvPr>
          <p:cNvSpPr>
            <a:spLocks noGrp="1"/>
          </p:cNvSpPr>
          <p:nvPr>
            <p:ph type="sldNum" sz="quarter" idx="17"/>
          </p:nvPr>
        </p:nvSpPr>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rtlCol="0" anchor="ctr"/>
          <a:lstStyle/>
          <a:p>
            <a:pPr rtl="0"/>
            <a:r>
              <a:rPr lang="pt-br"/>
              <a:t>Clique para editar o estilo de título Mestre</a:t>
            </a:r>
          </a:p>
        </p:txBody>
      </p:sp>
    </p:spTree>
    <p:extLst>
      <p:ext uri="{BB962C8B-B14F-4D97-AF65-F5344CB8AC3E}">
        <p14:creationId xmlns:p14="http://schemas.microsoft.com/office/powerpoint/2010/main" val="1087022896"/>
      </p:ext>
    </p:extLst>
  </p:cSld>
  <p:clrMapOvr>
    <a:masterClrMapping/>
  </p:clrMapOvr>
</p:sldLayout>
</file>

<file path=ppt/slideLayouts/slideLayout_8000002C_9366B24A.xml><?xml version="1.0" encoding="utf-8"?>
<p:sldLayout xmlns:a="http://schemas.openxmlformats.org/drawingml/2006/main" xmlns:r="http://schemas.openxmlformats.org/officeDocument/2006/relationships" xmlns:p="http://schemas.openxmlformats.org/presentationml/2006/main" preserve="1">
  <p:cSld name="Foto de Conteúdo 16">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7E4C27A1-D51A-26F7-784B-7011C313CF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552" y="2290889"/>
            <a:ext cx="4672584" cy="401847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811715" y="2522754"/>
            <a:ext cx="4262258" cy="3554740"/>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73B28336-732C-B772-FE66-789B2E8B2EA7}"/>
              </a:ext>
            </a:extLst>
          </p:cNvPr>
          <p:cNvSpPr>
            <a:spLocks noGrp="1"/>
          </p:cNvSpPr>
          <p:nvPr>
            <p:ph type="dt" sz="half" idx="15"/>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159A2ACA-991D-927B-6956-D60D271FADEA}"/>
              </a:ext>
            </a:extLst>
          </p:cNvPr>
          <p:cNvSpPr>
            <a:spLocks noGrp="1"/>
          </p:cNvSpPr>
          <p:nvPr>
            <p:ph type="ftr" sz="quarter" idx="16"/>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9028F989-762D-DA17-A8D6-3F823EFC262B}"/>
              </a:ext>
            </a:extLst>
          </p:cNvPr>
          <p:cNvSpPr>
            <a:spLocks noGrp="1"/>
          </p:cNvSpPr>
          <p:nvPr>
            <p:ph type="sldNum" sz="quarter" idx="17"/>
          </p:nvPr>
        </p:nvSpPr>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rtlCol="0">
            <a:normAutofit/>
          </a:bodyPr>
          <a:lstStyle>
            <a:lvl1pPr>
              <a:defRPr sz="3600"/>
            </a:lvl1pPr>
          </a:lstStyle>
          <a:p>
            <a:pPr rtl="0"/>
            <a:r>
              <a:rPr lang="pt-br"/>
              <a:t>Clique para editar o estilo de título Mestre</a:t>
            </a:r>
          </a:p>
        </p:txBody>
      </p:sp>
    </p:spTree>
    <p:extLst>
      <p:ext uri="{BB962C8B-B14F-4D97-AF65-F5344CB8AC3E}">
        <p14:creationId xmlns:p14="http://schemas.microsoft.com/office/powerpoint/2010/main" val="2472981066"/>
      </p:ext>
    </p:extLst>
  </p:cSld>
  <p:clrMapOvr>
    <a:masterClrMapping/>
  </p:clrMapOvr>
</p:sldLayout>
</file>

<file path=ppt/slideLayouts/slideLayout_8000002D_7F251CF5.xml><?xml version="1.0" encoding="utf-8"?>
<p:sldLayout xmlns:a="http://schemas.openxmlformats.org/drawingml/2006/main" xmlns:r="http://schemas.openxmlformats.org/officeDocument/2006/relationships" xmlns:p="http://schemas.openxmlformats.org/presentationml/2006/main" preserve="1">
  <p:cSld name="Foto do Conteúdo 17">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C87D7DA7-35F5-1789-6D32-6BAE859C5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648" y="2290889"/>
            <a:ext cx="3609049" cy="401847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786494" y="2506159"/>
            <a:ext cx="3252106" cy="3633384"/>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9ED28694-7D64-1F44-AF2D-177976C093D5}"/>
              </a:ext>
            </a:extLst>
          </p:cNvPr>
          <p:cNvSpPr>
            <a:spLocks noGrp="1"/>
          </p:cNvSpPr>
          <p:nvPr>
            <p:ph type="dt" sz="half" idx="15"/>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8F52768B-3821-B69D-A4A6-CAEF9F920EE4}"/>
              </a:ext>
            </a:extLst>
          </p:cNvPr>
          <p:cNvSpPr>
            <a:spLocks noGrp="1"/>
          </p:cNvSpPr>
          <p:nvPr>
            <p:ph type="ftr" sz="quarter" idx="16"/>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FA7CFB48-CF4C-6E4B-ECFA-E35B14CFEBB8}"/>
              </a:ext>
            </a:extLst>
          </p:cNvPr>
          <p:cNvSpPr>
            <a:spLocks noGrp="1"/>
          </p:cNvSpPr>
          <p:nvPr>
            <p:ph type="sldNum" sz="quarter" idx="17"/>
          </p:nvPr>
        </p:nvSpPr>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rtlCol="0" anchor="t">
            <a:normAutofit/>
          </a:bodyPr>
          <a:lstStyle>
            <a:lvl1pPr>
              <a:defRPr sz="3200"/>
            </a:lvl1pPr>
          </a:lstStyle>
          <a:p>
            <a:pPr rtl="0"/>
            <a:r>
              <a:rPr lang="pt-br"/>
              <a:t>Clique para editar o estilo de título Mestre</a:t>
            </a:r>
          </a:p>
        </p:txBody>
      </p:sp>
    </p:spTree>
    <p:extLst>
      <p:ext uri="{BB962C8B-B14F-4D97-AF65-F5344CB8AC3E}">
        <p14:creationId xmlns:p14="http://schemas.microsoft.com/office/powerpoint/2010/main" val="2133138677"/>
      </p:ext>
    </p:extLst>
  </p:cSld>
  <p:clrMapOvr>
    <a:masterClrMapping/>
  </p:clrMapOvr>
</p:sldLayout>
</file>

<file path=ppt/slideLayouts/slideLayout_8000002E_8925A9D3.xml><?xml version="1.0" encoding="utf-8"?>
<p:sldLayout xmlns:a="http://schemas.openxmlformats.org/drawingml/2006/main" xmlns:r="http://schemas.openxmlformats.org/officeDocument/2006/relationships" xmlns:p="http://schemas.openxmlformats.org/presentationml/2006/main" type="title" preserve="1">
  <p:cSld name="Número Grande 1">
    <p:spTree>
      <p:nvGrpSpPr>
        <p:cNvPr id="1" name=""/>
        <p:cNvGrpSpPr/>
        <p:nvPr/>
      </p:nvGrpSpPr>
      <p:grpSpPr>
        <a:xfrm>
          <a:off x="0" y="0"/>
          <a:ext cx="0" cy="0"/>
          <a:chOff x="0" y="0"/>
          <a:chExt cx="0" cy="0"/>
        </a:xfrm>
      </p:grpSpPr>
      <p:grpSp>
        <p:nvGrpSpPr>
          <p:cNvPr id="53" name="Grupo 52">
            <a:extLst>
              <a:ext uri="{FF2B5EF4-FFF2-40B4-BE49-F238E27FC236}">
                <a16:creationId xmlns:a16="http://schemas.microsoft.com/office/drawing/2014/main" id="{F1F4F7E4-05E1-27B6-53C2-9C74421F3849}"/>
              </a:ext>
            </a:extLst>
          </p:cNvPr>
          <p:cNvGrpSpPr/>
          <p:nvPr/>
        </p:nvGrpSpPr>
        <p:grpSpPr>
          <a:xfrm flipH="1">
            <a:off x="8353425" y="531607"/>
            <a:ext cx="3838575" cy="6520778"/>
            <a:chOff x="192855" y="531607"/>
            <a:chExt cx="3838575" cy="6520778"/>
          </a:xfrm>
        </p:grpSpPr>
        <p:grpSp>
          <p:nvGrpSpPr>
            <p:cNvPr id="7" name="Grupo 6">
              <a:extLst>
                <a:ext uri="{FF2B5EF4-FFF2-40B4-BE49-F238E27FC236}">
                  <a16:creationId xmlns:a16="http://schemas.microsoft.com/office/drawing/2014/main" id="{C89BECBF-1A9C-0758-A676-813BD4A28B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8" name="Forma Livre 64">
                <a:extLst>
                  <a:ext uri="{FF2B5EF4-FFF2-40B4-BE49-F238E27FC236}">
                    <a16:creationId xmlns:a16="http://schemas.microsoft.com/office/drawing/2014/main" id="{8ABDE2BC-7B3E-9174-6F06-05CE8B028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9" name="Forma Livre 81">
                <a:extLst>
                  <a:ext uri="{FF2B5EF4-FFF2-40B4-BE49-F238E27FC236}">
                    <a16:creationId xmlns:a16="http://schemas.microsoft.com/office/drawing/2014/main" id="{EA7E8671-1079-974B-3D4D-1DFE2F2887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 name="Forma Livre 61">
                <a:extLst>
                  <a:ext uri="{FF2B5EF4-FFF2-40B4-BE49-F238E27FC236}">
                    <a16:creationId xmlns:a16="http://schemas.microsoft.com/office/drawing/2014/main" id="{21EC18A4-4E95-DB09-AD50-EDA26D6D0D7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vre 10">
                <a:extLst>
                  <a:ext uri="{FF2B5EF4-FFF2-40B4-BE49-F238E27FC236}">
                    <a16:creationId xmlns:a16="http://schemas.microsoft.com/office/drawing/2014/main" id="{1D0781FB-971A-8F0E-EEBC-D06F35EB4B9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Forma Livre 84">
                <a:extLst>
                  <a:ext uri="{FF2B5EF4-FFF2-40B4-BE49-F238E27FC236}">
                    <a16:creationId xmlns:a16="http://schemas.microsoft.com/office/drawing/2014/main" id="{AB692BF1-4DC7-CEA1-F9E8-A07CC63AD7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vre 87">
                <a:extLst>
                  <a:ext uri="{FF2B5EF4-FFF2-40B4-BE49-F238E27FC236}">
                    <a16:creationId xmlns:a16="http://schemas.microsoft.com/office/drawing/2014/main" id="{478C5AB6-C28A-67BE-D6D5-8FE96480B8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vre 60">
                <a:extLst>
                  <a:ext uri="{FF2B5EF4-FFF2-40B4-BE49-F238E27FC236}">
                    <a16:creationId xmlns:a16="http://schemas.microsoft.com/office/drawing/2014/main" id="{E439BC9B-7452-2541-59FD-BDD51423B7E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vre 59">
                <a:extLst>
                  <a:ext uri="{FF2B5EF4-FFF2-40B4-BE49-F238E27FC236}">
                    <a16:creationId xmlns:a16="http://schemas.microsoft.com/office/drawing/2014/main" id="{96B6A60F-48E8-B003-FB5F-CC538F4637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vre 62">
                <a:extLst>
                  <a:ext uri="{FF2B5EF4-FFF2-40B4-BE49-F238E27FC236}">
                    <a16:creationId xmlns:a16="http://schemas.microsoft.com/office/drawing/2014/main" id="{8A959F80-A288-02F2-6F1C-EC0306954C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Forma Livre 65">
                <a:extLst>
                  <a:ext uri="{FF2B5EF4-FFF2-40B4-BE49-F238E27FC236}">
                    <a16:creationId xmlns:a16="http://schemas.microsoft.com/office/drawing/2014/main" id="{A0717ABC-1419-6004-3362-93FDEF96F1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 name="Forma Livre 79">
                <a:extLst>
                  <a:ext uri="{FF2B5EF4-FFF2-40B4-BE49-F238E27FC236}">
                    <a16:creationId xmlns:a16="http://schemas.microsoft.com/office/drawing/2014/main" id="{519D4511-18BE-1730-6C51-57407FB886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 name="Forma Livre 82">
                <a:extLst>
                  <a:ext uri="{FF2B5EF4-FFF2-40B4-BE49-F238E27FC236}">
                    <a16:creationId xmlns:a16="http://schemas.microsoft.com/office/drawing/2014/main" id="{FDEF232D-82DB-A465-0353-A3074482F4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 name="Forma Livre 85">
                <a:extLst>
                  <a:ext uri="{FF2B5EF4-FFF2-40B4-BE49-F238E27FC236}">
                    <a16:creationId xmlns:a16="http://schemas.microsoft.com/office/drawing/2014/main" id="{E3AC6FF2-7930-6ACB-D10F-9FBC13B67B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 name="Forma Livre 20">
                <a:extLst>
                  <a:ext uri="{FF2B5EF4-FFF2-40B4-BE49-F238E27FC236}">
                    <a16:creationId xmlns:a16="http://schemas.microsoft.com/office/drawing/2014/main" id="{C7AA1E25-292F-8243-E538-0BF8AF9DE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2" name="Grupo 21">
                <a:extLst>
                  <a:ext uri="{FF2B5EF4-FFF2-40B4-BE49-F238E27FC236}">
                    <a16:creationId xmlns:a16="http://schemas.microsoft.com/office/drawing/2014/main" id="{972B55F9-7DED-2444-6DA8-9E45CD60FC2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3" name="Linha 63">
                  <a:extLst>
                    <a:ext uri="{FF2B5EF4-FFF2-40B4-BE49-F238E27FC236}">
                      <a16:creationId xmlns:a16="http://schemas.microsoft.com/office/drawing/2014/main" id="{BC0D2F1D-540F-CF8A-CEE9-72A7DE7F4C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4" name="Linha 66">
                  <a:extLst>
                    <a:ext uri="{FF2B5EF4-FFF2-40B4-BE49-F238E27FC236}">
                      <a16:creationId xmlns:a16="http://schemas.microsoft.com/office/drawing/2014/main" id="{974E4644-7D85-935B-85CB-2C1BB4D7F3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5" name="Linha 67">
                  <a:extLst>
                    <a:ext uri="{FF2B5EF4-FFF2-40B4-BE49-F238E27FC236}">
                      <a16:creationId xmlns:a16="http://schemas.microsoft.com/office/drawing/2014/main" id="{AFD6BE58-E3B9-05DC-DA43-E5C84C1CAB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6" name="Linha 80">
                  <a:extLst>
                    <a:ext uri="{FF2B5EF4-FFF2-40B4-BE49-F238E27FC236}">
                      <a16:creationId xmlns:a16="http://schemas.microsoft.com/office/drawing/2014/main" id="{02C01F09-224B-D53A-919A-372800B101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7" name="Linha 83">
                  <a:extLst>
                    <a:ext uri="{FF2B5EF4-FFF2-40B4-BE49-F238E27FC236}">
                      <a16:creationId xmlns:a16="http://schemas.microsoft.com/office/drawing/2014/main" id="{34A78904-8103-CA0F-FED1-2A7C423560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8" name="Linha 86">
                  <a:extLst>
                    <a:ext uri="{FF2B5EF4-FFF2-40B4-BE49-F238E27FC236}">
                      <a16:creationId xmlns:a16="http://schemas.microsoft.com/office/drawing/2014/main" id="{00375312-7B64-A19A-4ED0-B8AB37EC25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9" name="Linha 89">
                  <a:extLst>
                    <a:ext uri="{FF2B5EF4-FFF2-40B4-BE49-F238E27FC236}">
                      <a16:creationId xmlns:a16="http://schemas.microsoft.com/office/drawing/2014/main" id="{DB28D0CF-EBB2-3074-198F-E613B7819E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30" name="Grupo 29">
              <a:extLst>
                <a:ext uri="{FF2B5EF4-FFF2-40B4-BE49-F238E27FC236}">
                  <a16:creationId xmlns:a16="http://schemas.microsoft.com/office/drawing/2014/main" id="{C2264FCD-3C39-0B1A-5069-8264EAABCF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31" name="Forma Livre 64">
                <a:extLst>
                  <a:ext uri="{FF2B5EF4-FFF2-40B4-BE49-F238E27FC236}">
                    <a16:creationId xmlns:a16="http://schemas.microsoft.com/office/drawing/2014/main" id="{EFBE4CF9-B25E-912B-9955-F34C8F3C82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2" name="Forma Livre 81">
                <a:extLst>
                  <a:ext uri="{FF2B5EF4-FFF2-40B4-BE49-F238E27FC236}">
                    <a16:creationId xmlns:a16="http://schemas.microsoft.com/office/drawing/2014/main" id="{2AD04C39-FFC8-477D-4D81-B05F76333B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3" name="Forma Livre 61">
                <a:extLst>
                  <a:ext uri="{FF2B5EF4-FFF2-40B4-BE49-F238E27FC236}">
                    <a16:creationId xmlns:a16="http://schemas.microsoft.com/office/drawing/2014/main" id="{2229848F-3A98-6596-2614-1B3887E7774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4" name="Forma Livre 78">
                <a:extLst>
                  <a:ext uri="{FF2B5EF4-FFF2-40B4-BE49-F238E27FC236}">
                    <a16:creationId xmlns:a16="http://schemas.microsoft.com/office/drawing/2014/main" id="{E5BBCA3A-7612-B954-A4BF-36B0EEB8CC9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5" name="Forma Livre 84">
                <a:extLst>
                  <a:ext uri="{FF2B5EF4-FFF2-40B4-BE49-F238E27FC236}">
                    <a16:creationId xmlns:a16="http://schemas.microsoft.com/office/drawing/2014/main" id="{E77DCB59-784B-7F10-50CC-E49BD3EE9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vre 87">
                <a:extLst>
                  <a:ext uri="{FF2B5EF4-FFF2-40B4-BE49-F238E27FC236}">
                    <a16:creationId xmlns:a16="http://schemas.microsoft.com/office/drawing/2014/main" id="{473B9B45-D810-0A11-F06A-6F5DEF2775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vre 60">
                <a:extLst>
                  <a:ext uri="{FF2B5EF4-FFF2-40B4-BE49-F238E27FC236}">
                    <a16:creationId xmlns:a16="http://schemas.microsoft.com/office/drawing/2014/main" id="{D7D4C1DE-29D6-272D-C2E1-51EACFB4B8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vre 59">
                <a:extLst>
                  <a:ext uri="{FF2B5EF4-FFF2-40B4-BE49-F238E27FC236}">
                    <a16:creationId xmlns:a16="http://schemas.microsoft.com/office/drawing/2014/main" id="{23CD0435-7219-30FF-A8CC-3CE188DBC2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vre 62">
                <a:extLst>
                  <a:ext uri="{FF2B5EF4-FFF2-40B4-BE49-F238E27FC236}">
                    <a16:creationId xmlns:a16="http://schemas.microsoft.com/office/drawing/2014/main" id="{E8BDF302-833E-7501-A270-414811887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vre 65">
                <a:extLst>
                  <a:ext uri="{FF2B5EF4-FFF2-40B4-BE49-F238E27FC236}">
                    <a16:creationId xmlns:a16="http://schemas.microsoft.com/office/drawing/2014/main" id="{CF148C60-5741-8037-1BB4-29838E2D2A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vre 79">
                <a:extLst>
                  <a:ext uri="{FF2B5EF4-FFF2-40B4-BE49-F238E27FC236}">
                    <a16:creationId xmlns:a16="http://schemas.microsoft.com/office/drawing/2014/main" id="{C6FD63F9-C043-923A-1E06-52778E5B92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2" name="Forma Livre 82">
                <a:extLst>
                  <a:ext uri="{FF2B5EF4-FFF2-40B4-BE49-F238E27FC236}">
                    <a16:creationId xmlns:a16="http://schemas.microsoft.com/office/drawing/2014/main" id="{F6621320-8BCA-E796-6487-175F298B05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3" name="Forma Livre 85">
                <a:extLst>
                  <a:ext uri="{FF2B5EF4-FFF2-40B4-BE49-F238E27FC236}">
                    <a16:creationId xmlns:a16="http://schemas.microsoft.com/office/drawing/2014/main" id="{37A8F4C3-5376-9E16-1D5B-5AAADF7DCBC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4" name="Forma Livre 88">
                <a:extLst>
                  <a:ext uri="{FF2B5EF4-FFF2-40B4-BE49-F238E27FC236}">
                    <a16:creationId xmlns:a16="http://schemas.microsoft.com/office/drawing/2014/main" id="{4599E9F5-BF42-6F8E-D899-38584CBA19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5" name="Grupo 44">
                <a:extLst>
                  <a:ext uri="{FF2B5EF4-FFF2-40B4-BE49-F238E27FC236}">
                    <a16:creationId xmlns:a16="http://schemas.microsoft.com/office/drawing/2014/main" id="{FED79FB2-0788-DFDB-C475-81232281D6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ha 63">
                  <a:extLst>
                    <a:ext uri="{FF2B5EF4-FFF2-40B4-BE49-F238E27FC236}">
                      <a16:creationId xmlns:a16="http://schemas.microsoft.com/office/drawing/2014/main" id="{5C331317-ED00-F9F7-6720-064047D8A8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7" name="Linha 66">
                  <a:extLst>
                    <a:ext uri="{FF2B5EF4-FFF2-40B4-BE49-F238E27FC236}">
                      <a16:creationId xmlns:a16="http://schemas.microsoft.com/office/drawing/2014/main" id="{483050E9-01E4-8FA9-E127-3E17038E1E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8" name="Linha 67">
                  <a:extLst>
                    <a:ext uri="{FF2B5EF4-FFF2-40B4-BE49-F238E27FC236}">
                      <a16:creationId xmlns:a16="http://schemas.microsoft.com/office/drawing/2014/main" id="{3C9378DE-4F59-7E52-0E86-9720FC732E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9" name="Linha 80">
                  <a:extLst>
                    <a:ext uri="{FF2B5EF4-FFF2-40B4-BE49-F238E27FC236}">
                      <a16:creationId xmlns:a16="http://schemas.microsoft.com/office/drawing/2014/main" id="{65516588-0D39-3649-BB3D-E846BBCA0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0" name="Linha 83">
                  <a:extLst>
                    <a:ext uri="{FF2B5EF4-FFF2-40B4-BE49-F238E27FC236}">
                      <a16:creationId xmlns:a16="http://schemas.microsoft.com/office/drawing/2014/main" id="{659539D3-E413-19AD-C3C0-F0D57DAF94F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1" name="Linha 86">
                  <a:extLst>
                    <a:ext uri="{FF2B5EF4-FFF2-40B4-BE49-F238E27FC236}">
                      <a16:creationId xmlns:a16="http://schemas.microsoft.com/office/drawing/2014/main" id="{BBA811BF-710F-2DA9-A574-7F99B24C2D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2" name="Linha 89">
                  <a:extLst>
                    <a:ext uri="{FF2B5EF4-FFF2-40B4-BE49-F238E27FC236}">
                      <a16:creationId xmlns:a16="http://schemas.microsoft.com/office/drawing/2014/main" id="{93C7D0C1-372C-27E5-F393-29B5693DAA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54" name="Espaço Reservado para Data 53">
            <a:extLst>
              <a:ext uri="{FF2B5EF4-FFF2-40B4-BE49-F238E27FC236}">
                <a16:creationId xmlns:a16="http://schemas.microsoft.com/office/drawing/2014/main" id="{1DB15F36-C680-A151-C119-2D066B6E288D}"/>
              </a:ext>
            </a:extLst>
          </p:cNvPr>
          <p:cNvSpPr>
            <a:spLocks noGrp="1"/>
          </p:cNvSpPr>
          <p:nvPr>
            <p:ph type="dt" sz="half" idx="10"/>
          </p:nvPr>
        </p:nvSpPr>
        <p:spPr/>
        <p:txBody>
          <a:bodyPr rtlCol="0"/>
          <a:lstStyle/>
          <a:p>
            <a:pPr rtl="0"/>
            <a:r>
              <a:rPr lang="pt-br"/>
              <a:t>20XX</a:t>
            </a:r>
            <a:endParaRPr lang="en-US"/>
          </a:p>
        </p:txBody>
      </p:sp>
      <p:sp>
        <p:nvSpPr>
          <p:cNvPr id="55" name="Espaço Reservado para Rodapé 54">
            <a:extLst>
              <a:ext uri="{FF2B5EF4-FFF2-40B4-BE49-F238E27FC236}">
                <a16:creationId xmlns:a16="http://schemas.microsoft.com/office/drawing/2014/main" id="{1DB86934-6530-5D69-8A03-CEFC5EA4526E}"/>
              </a:ext>
            </a:extLst>
          </p:cNvPr>
          <p:cNvSpPr>
            <a:spLocks noGrp="1"/>
          </p:cNvSpPr>
          <p:nvPr>
            <p:ph type="ftr" sz="quarter" idx="11"/>
          </p:nvPr>
        </p:nvSpPr>
        <p:spPr/>
        <p:txBody>
          <a:bodyPr rtlCol="0"/>
          <a:lstStyle/>
          <a:p>
            <a:pPr rtl="0"/>
            <a:r>
              <a:rPr lang="pt-br"/>
              <a:t>Exemplo de Texto de Rodapé</a:t>
            </a:r>
            <a:endParaRPr lang="en-US"/>
          </a:p>
        </p:txBody>
      </p:sp>
      <p:sp>
        <p:nvSpPr>
          <p:cNvPr id="56" name="Espaço Reservado para o Número do Slide 55">
            <a:extLst>
              <a:ext uri="{FF2B5EF4-FFF2-40B4-BE49-F238E27FC236}">
                <a16:creationId xmlns:a16="http://schemas.microsoft.com/office/drawing/2014/main" id="{E4915EA5-4E36-5A56-77BA-6CB844FBF74B}"/>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94944" y="4937760"/>
            <a:ext cx="6035040" cy="1371600"/>
          </a:xfrm>
        </p:spPr>
        <p:txBody>
          <a:bodyPr rtlCol="0" anchor="t">
            <a:normAutofit/>
          </a:bodyPr>
          <a:lstStyle>
            <a:lvl1pPr marL="0" indent="0" algn="l">
              <a:lnSpc>
                <a:spcPct val="100000"/>
              </a:lnSpc>
              <a:buNone/>
              <a:defRPr sz="200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8120136" cy="4334256"/>
          </a:xfrm>
        </p:spPr>
        <p:txBody>
          <a:bodyPr rtlCol="0" anchor="b">
            <a:normAutofit/>
          </a:bodyPr>
          <a:lstStyle>
            <a:lvl1pPr algn="l">
              <a:defRPr sz="23200">
                <a:solidFill>
                  <a:schemeClr val="tx1">
                    <a:lumMod val="75000"/>
                    <a:lumOff val="25000"/>
                  </a:schemeClr>
                </a:solidFill>
              </a:defRPr>
            </a:lvl1pPr>
          </a:lstStyle>
          <a:p>
            <a:pPr rtl="0"/>
            <a:r>
              <a:rPr lang="pt-br"/>
              <a:t>##%</a:t>
            </a:r>
          </a:p>
        </p:txBody>
      </p:sp>
    </p:spTree>
    <p:extLst>
      <p:ext uri="{BB962C8B-B14F-4D97-AF65-F5344CB8AC3E}">
        <p14:creationId xmlns:p14="http://schemas.microsoft.com/office/powerpoint/2010/main" val="23009468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2F_970CC5FB.xml><?xml version="1.0" encoding="utf-8"?>
<p:sldLayout xmlns:a="http://schemas.openxmlformats.org/drawingml/2006/main" xmlns:r="http://schemas.openxmlformats.org/officeDocument/2006/relationships" xmlns:p="http://schemas.openxmlformats.org/presentationml/2006/main" type="title" preserve="1">
  <p:cSld name="Número Grande 2">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1949C98F-6061-4334-616E-EA7E1A12A1F8}"/>
              </a:ext>
            </a:extLst>
          </p:cNvPr>
          <p:cNvGrpSpPr/>
          <p:nvPr/>
        </p:nvGrpSpPr>
        <p:grpSpPr>
          <a:xfrm rot="2700000">
            <a:off x="10127693" y="4178240"/>
            <a:ext cx="633413" cy="1862138"/>
            <a:chOff x="5959192" y="333389"/>
            <a:chExt cx="633413" cy="1862138"/>
          </a:xfrm>
        </p:grpSpPr>
        <p:grpSp>
          <p:nvGrpSpPr>
            <p:cNvPr id="8" name="Grupo 7">
              <a:extLst>
                <a:ext uri="{FF2B5EF4-FFF2-40B4-BE49-F238E27FC236}">
                  <a16:creationId xmlns:a16="http://schemas.microsoft.com/office/drawing/2014/main" id="{BE72C422-7375-EA9D-9687-0A0D2C999E05}"/>
                </a:ext>
              </a:extLst>
            </p:cNvPr>
            <p:cNvGrpSpPr/>
            <p:nvPr/>
          </p:nvGrpSpPr>
          <p:grpSpPr>
            <a:xfrm>
              <a:off x="5959192" y="333389"/>
              <a:ext cx="633413" cy="1419225"/>
              <a:chOff x="5959192" y="333389"/>
              <a:chExt cx="633413" cy="1419225"/>
            </a:xfrm>
          </p:grpSpPr>
          <p:sp>
            <p:nvSpPr>
              <p:cNvPr id="10" name="Forma Livre 68">
                <a:extLst>
                  <a:ext uri="{FF2B5EF4-FFF2-40B4-BE49-F238E27FC236}">
                    <a16:creationId xmlns:a16="http://schemas.microsoft.com/office/drawing/2014/main" id="{504BB650-1DE6-CBD2-9D37-70F731B3F96C}"/>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vre 69">
                <a:extLst>
                  <a:ext uri="{FF2B5EF4-FFF2-40B4-BE49-F238E27FC236}">
                    <a16:creationId xmlns:a16="http://schemas.microsoft.com/office/drawing/2014/main" id="{8E2C06D5-33AF-79EE-B3FD-5EF7D8FCEC36}"/>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9" name="Linha 70">
              <a:extLst>
                <a:ext uri="{FF2B5EF4-FFF2-40B4-BE49-F238E27FC236}">
                  <a16:creationId xmlns:a16="http://schemas.microsoft.com/office/drawing/2014/main" id="{27EC7C83-53CB-62A7-C5E4-F2FF76A0DC6F}"/>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sp>
        <p:nvSpPr>
          <p:cNvPr id="12" name="Oval 11">
            <a:extLst>
              <a:ext uri="{FF2B5EF4-FFF2-40B4-BE49-F238E27FC236}">
                <a16:creationId xmlns:a16="http://schemas.microsoft.com/office/drawing/2014/main" id="{B8131E14-DF3A-33A2-67AD-94C19C16671C}"/>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lvl="0" rtl="0"/>
            <a:endParaRPr lang="en-US">
              <a:solidFill>
                <a:schemeClr val="tx1"/>
              </a:solidFill>
            </a:endParaRPr>
          </a:p>
        </p:txBody>
      </p:sp>
      <p:grpSp>
        <p:nvGrpSpPr>
          <p:cNvPr id="13" name="Grupo 12">
            <a:extLst>
              <a:ext uri="{FF2B5EF4-FFF2-40B4-BE49-F238E27FC236}">
                <a16:creationId xmlns:a16="http://schemas.microsoft.com/office/drawing/2014/main" id="{85C2819B-2C41-9489-EECB-DED3CE84267D}"/>
              </a:ext>
            </a:extLst>
          </p:cNvPr>
          <p:cNvGrpSpPr/>
          <p:nvPr/>
        </p:nvGrpSpPr>
        <p:grpSpPr>
          <a:xfrm rot="10800000">
            <a:off x="1079500" y="952167"/>
            <a:ext cx="641184" cy="1069728"/>
            <a:chOff x="6484111" y="2967038"/>
            <a:chExt cx="641184" cy="1069728"/>
          </a:xfrm>
        </p:grpSpPr>
        <p:grpSp>
          <p:nvGrpSpPr>
            <p:cNvPr id="14" name="Grupo 13">
              <a:extLst>
                <a:ext uri="{FF2B5EF4-FFF2-40B4-BE49-F238E27FC236}">
                  <a16:creationId xmlns:a16="http://schemas.microsoft.com/office/drawing/2014/main" id="{240EA295-1097-B795-DB33-8BD561AF28EB}"/>
                </a:ext>
              </a:extLst>
            </p:cNvPr>
            <p:cNvGrpSpPr/>
            <p:nvPr/>
          </p:nvGrpSpPr>
          <p:grpSpPr>
            <a:xfrm>
              <a:off x="6808136" y="2967038"/>
              <a:ext cx="317159" cy="932400"/>
              <a:chOff x="6808136" y="2967038"/>
              <a:chExt cx="317159" cy="932400"/>
            </a:xfrm>
          </p:grpSpPr>
          <p:sp>
            <p:nvSpPr>
              <p:cNvPr id="19" name="Forma Livre 68">
                <a:extLst>
                  <a:ext uri="{FF2B5EF4-FFF2-40B4-BE49-F238E27FC236}">
                    <a16:creationId xmlns:a16="http://schemas.microsoft.com/office/drawing/2014/main" id="{7F34DB25-CA46-86FE-041C-FDA390196338}"/>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 name="Forma Livre 69">
                <a:extLst>
                  <a:ext uri="{FF2B5EF4-FFF2-40B4-BE49-F238E27FC236}">
                    <a16:creationId xmlns:a16="http://schemas.microsoft.com/office/drawing/2014/main" id="{ABDFE4F2-CE32-9C74-B7FA-CD9F00E47B0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 name="Linha 70">
                <a:extLst>
                  <a:ext uri="{FF2B5EF4-FFF2-40B4-BE49-F238E27FC236}">
                    <a16:creationId xmlns:a16="http://schemas.microsoft.com/office/drawing/2014/main" id="{C720C4D2-A235-137C-64F5-E25960C4CAEA}"/>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5" name="Grupo 14">
              <a:extLst>
                <a:ext uri="{FF2B5EF4-FFF2-40B4-BE49-F238E27FC236}">
                  <a16:creationId xmlns:a16="http://schemas.microsoft.com/office/drawing/2014/main" id="{DDAA48D3-E67C-D3A7-82A3-970035ECA16E}"/>
                </a:ext>
              </a:extLst>
            </p:cNvPr>
            <p:cNvGrpSpPr/>
            <p:nvPr/>
          </p:nvGrpSpPr>
          <p:grpSpPr>
            <a:xfrm rot="18900000" flipH="1">
              <a:off x="6484111" y="3104366"/>
              <a:ext cx="317159" cy="932400"/>
              <a:chOff x="6808136" y="2967038"/>
              <a:chExt cx="317159" cy="932400"/>
            </a:xfrm>
          </p:grpSpPr>
          <p:sp>
            <p:nvSpPr>
              <p:cNvPr id="16" name="Forma Livre 68">
                <a:extLst>
                  <a:ext uri="{FF2B5EF4-FFF2-40B4-BE49-F238E27FC236}">
                    <a16:creationId xmlns:a16="http://schemas.microsoft.com/office/drawing/2014/main" id="{FCF45E71-6174-8BEA-38AD-8E1B68902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Forma Livre 69">
                <a:extLst>
                  <a:ext uri="{FF2B5EF4-FFF2-40B4-BE49-F238E27FC236}">
                    <a16:creationId xmlns:a16="http://schemas.microsoft.com/office/drawing/2014/main" id="{D2510F6D-938D-5D8F-0539-847EBAF45BA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 name="Linha 70">
                <a:extLst>
                  <a:ext uri="{FF2B5EF4-FFF2-40B4-BE49-F238E27FC236}">
                    <a16:creationId xmlns:a16="http://schemas.microsoft.com/office/drawing/2014/main" id="{38DD7EE4-17CF-2DBC-8400-735B726443A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22" name="Espaço Reservado para Data 21">
            <a:extLst>
              <a:ext uri="{FF2B5EF4-FFF2-40B4-BE49-F238E27FC236}">
                <a16:creationId xmlns:a16="http://schemas.microsoft.com/office/drawing/2014/main" id="{0A5859A1-585C-80CF-FC45-517B8A54F58D}"/>
              </a:ext>
            </a:extLst>
          </p:cNvPr>
          <p:cNvSpPr>
            <a:spLocks noGrp="1"/>
          </p:cNvSpPr>
          <p:nvPr>
            <p:ph type="dt" sz="half" idx="10"/>
          </p:nvPr>
        </p:nvSpPr>
        <p:spPr/>
        <p:txBody>
          <a:bodyPr rtlCol="0"/>
          <a:lstStyle/>
          <a:p>
            <a:pPr rtl="0"/>
            <a:r>
              <a:rPr lang="pt-br"/>
              <a:t>20XX</a:t>
            </a:r>
            <a:endParaRPr lang="en-US"/>
          </a:p>
        </p:txBody>
      </p:sp>
      <p:sp>
        <p:nvSpPr>
          <p:cNvPr id="23" name="Espaço Reservado para Rodapé 22">
            <a:extLst>
              <a:ext uri="{FF2B5EF4-FFF2-40B4-BE49-F238E27FC236}">
                <a16:creationId xmlns:a16="http://schemas.microsoft.com/office/drawing/2014/main" id="{E3740B11-69FD-5114-E2A8-8BD6398BD520}"/>
              </a:ext>
            </a:extLst>
          </p:cNvPr>
          <p:cNvSpPr>
            <a:spLocks noGrp="1"/>
          </p:cNvSpPr>
          <p:nvPr>
            <p:ph type="ftr" sz="quarter" idx="11"/>
          </p:nvPr>
        </p:nvSpPr>
        <p:spPr/>
        <p:txBody>
          <a:bodyPr rtlCol="0"/>
          <a:lstStyle/>
          <a:p>
            <a:pPr rtl="0"/>
            <a:r>
              <a:rPr lang="pt-br"/>
              <a:t>Modelo de Texto do Rodapé</a:t>
            </a:r>
            <a:endParaRPr lang="en-US"/>
          </a:p>
        </p:txBody>
      </p:sp>
      <p:sp>
        <p:nvSpPr>
          <p:cNvPr id="24" name="Espaço Reservado para o Número do Slide 23">
            <a:extLst>
              <a:ext uri="{FF2B5EF4-FFF2-40B4-BE49-F238E27FC236}">
                <a16:creationId xmlns:a16="http://schemas.microsoft.com/office/drawing/2014/main" id="{17352FE7-FC22-01E3-9F54-0D53E003E22B}"/>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rtlCol="0" anchor="t">
            <a:normAutofit/>
          </a:bodyPr>
          <a:lstStyle>
            <a:lvl1pPr marL="0" indent="0" algn="ctr">
              <a:lnSpc>
                <a:spcPct val="100000"/>
              </a:lnSpc>
              <a:buNone/>
              <a:defRPr sz="200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rtlCol="0" anchor="b">
            <a:normAutofit/>
          </a:bodyPr>
          <a:lstStyle>
            <a:lvl1pPr algn="ctr">
              <a:defRPr sz="23200">
                <a:solidFill>
                  <a:schemeClr val="tx1">
                    <a:lumMod val="75000"/>
                    <a:lumOff val="25000"/>
                  </a:schemeClr>
                </a:solidFill>
              </a:defRPr>
            </a:lvl1pPr>
          </a:lstStyle>
          <a:p>
            <a:pPr rtl="0"/>
            <a:r>
              <a:rPr lang="pt-br"/>
              <a:t>##%</a:t>
            </a:r>
          </a:p>
        </p:txBody>
      </p:sp>
    </p:spTree>
    <p:extLst>
      <p:ext uri="{BB962C8B-B14F-4D97-AF65-F5344CB8AC3E}">
        <p14:creationId xmlns:p14="http://schemas.microsoft.com/office/powerpoint/2010/main" val="25341967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A_3689D5C5.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8" name="Espaço Reservado para Data 7">
            <a:extLst>
              <a:ext uri="{FF2B5EF4-FFF2-40B4-BE49-F238E27FC236}">
                <a16:creationId xmlns:a16="http://schemas.microsoft.com/office/drawing/2014/main" id="{1470E552-C412-44E4-4F23-0816FAFC138E}"/>
              </a:ext>
            </a:extLst>
          </p:cNvPr>
          <p:cNvSpPr>
            <a:spLocks noGrp="1"/>
          </p:cNvSpPr>
          <p:nvPr>
            <p:ph type="dt" sz="half" idx="10"/>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8BA48D00-D1D1-1D87-BF5D-BEE2316473C3}"/>
              </a:ext>
            </a:extLst>
          </p:cNvPr>
          <p:cNvSpPr>
            <a:spLocks noGrp="1"/>
          </p:cNvSpPr>
          <p:nvPr>
            <p:ph type="ftr" sz="quarter" idx="11"/>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308BF49C-FDC0-9F1E-2E75-171FACEA0D07}"/>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sp>
        <p:nvSpPr>
          <p:cNvPr id="3" name="Espaço Reservado para Imagem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a:blip r:embed="rId2">
              <a:alphaModFix amt="60000"/>
            </a:blip>
            <a:stretch>
              <a:fillRect/>
            </a:stretch>
          </a:blipFill>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t-br"/>
              <a:t>Clique no ícone para adicionar uma imagem</a:t>
            </a:r>
          </a:p>
        </p:txBody>
      </p:sp>
      <p:sp>
        <p:nvSpPr>
          <p:cNvPr id="4" name="Espaço Reservado para Texto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rtlCol="0"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rtlCol="0" anchor="t">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915002821"/>
      </p:ext>
    </p:extLst>
  </p:cSld>
  <p:clrMapOvr>
    <a:masterClrMapping/>
  </p:clrMapOvr>
</p:sldLayout>
</file>

<file path=ppt/slideLayouts/slideLayout_8000003B_1C993ACC.xml><?xml version="1.0" encoding="utf-8"?>
<p:sldLayout xmlns:a="http://schemas.openxmlformats.org/drawingml/2006/main" xmlns:r="http://schemas.openxmlformats.org/officeDocument/2006/relationships" xmlns:p="http://schemas.openxmlformats.org/presentationml/2006/main" preserve="1">
  <p:cSld name="Conclusão">
    <p:bg>
      <p:bgRef idx="1001">
        <a:schemeClr val="bg2"/>
      </p:bgRef>
    </p:bg>
    <p:spTree>
      <p:nvGrpSpPr>
        <p:cNvPr id="1" name=""/>
        <p:cNvGrpSpPr/>
        <p:nvPr/>
      </p:nvGrpSpPr>
      <p:grpSpPr>
        <a:xfrm>
          <a:off x="0" y="0"/>
          <a:ext cx="0" cy="0"/>
          <a:chOff x="0" y="0"/>
          <a:chExt cx="0" cy="0"/>
        </a:xfrm>
      </p:grpSpPr>
      <p:sp>
        <p:nvSpPr>
          <p:cNvPr id="3" name="Espaço Reservado para Data 2">
            <a:extLst>
              <a:ext uri="{FF2B5EF4-FFF2-40B4-BE49-F238E27FC236}">
                <a16:creationId xmlns:a16="http://schemas.microsoft.com/office/drawing/2014/main" id="{AA075BC2-2366-61B0-6D33-330EA75DF0F0}"/>
              </a:ext>
            </a:extLst>
          </p:cNvPr>
          <p:cNvSpPr>
            <a:spLocks noGrp="1"/>
          </p:cNvSpPr>
          <p:nvPr>
            <p:ph type="dt" sz="half" idx="14"/>
          </p:nvPr>
        </p:nvSpPr>
        <p:spPr/>
        <p:txBody>
          <a:bodyPr rtlCol="0"/>
          <a:lstStyle>
            <a:lvl1pPr>
              <a:defRPr>
                <a:solidFill>
                  <a:schemeClr val="tx1">
                    <a:lumMod val="65000"/>
                    <a:lumOff val="35000"/>
                  </a:schemeClr>
                </a:solidFill>
              </a:defRPr>
            </a:lvl1pPr>
          </a:lstStyle>
          <a:p>
            <a:pPr rtl="0"/>
            <a:r>
              <a:rPr lang="pt-br"/>
              <a:t>20XX</a:t>
            </a:r>
            <a:endParaRPr lang="en-US"/>
          </a:p>
        </p:txBody>
      </p:sp>
      <p:sp>
        <p:nvSpPr>
          <p:cNvPr id="7" name="Espaço Reservado para Rodapé 6">
            <a:extLst>
              <a:ext uri="{FF2B5EF4-FFF2-40B4-BE49-F238E27FC236}">
                <a16:creationId xmlns:a16="http://schemas.microsoft.com/office/drawing/2014/main" id="{9497CAE9-979D-5626-7BE4-27D034EF2754}"/>
              </a:ext>
            </a:extLst>
          </p:cNvPr>
          <p:cNvSpPr>
            <a:spLocks noGrp="1"/>
          </p:cNvSpPr>
          <p:nvPr>
            <p:ph type="ftr" sz="quarter" idx="15"/>
          </p:nvPr>
        </p:nvSpPr>
        <p:spPr/>
        <p:txBody>
          <a:bodyPr rtlCol="0"/>
          <a:lstStyle>
            <a:lvl1pPr>
              <a:defRPr>
                <a:solidFill>
                  <a:schemeClr val="tx1">
                    <a:lumMod val="65000"/>
                    <a:lumOff val="35000"/>
                  </a:schemeClr>
                </a:solidFill>
              </a:defRPr>
            </a:lvl1pPr>
          </a:lstStyle>
          <a:p>
            <a:pPr rtl="0"/>
            <a:r>
              <a:rPr lang="pt-br"/>
              <a:t>Texto de Exemplo do Rodapé</a:t>
            </a:r>
            <a:endParaRPr lang="en-US"/>
          </a:p>
        </p:txBody>
      </p:sp>
      <p:sp>
        <p:nvSpPr>
          <p:cNvPr id="9" name="Espaço Reservado para o Número do Slide 8">
            <a:extLst>
              <a:ext uri="{FF2B5EF4-FFF2-40B4-BE49-F238E27FC236}">
                <a16:creationId xmlns:a16="http://schemas.microsoft.com/office/drawing/2014/main" id="{58E4558C-BD2F-996E-C3A8-6B48CC72E1E9}"/>
              </a:ext>
            </a:extLst>
          </p:cNvPr>
          <p:cNvSpPr>
            <a:spLocks noGrp="1"/>
          </p:cNvSpPr>
          <p:nvPr>
            <p:ph type="sldNum" sz="quarter" idx="16"/>
          </p:nvPr>
        </p:nvSpPr>
        <p:spPr/>
        <p:txBody>
          <a:bodyPr rtlCol="0"/>
          <a:lstStyle>
            <a:lvl1pPr>
              <a:defRPr>
                <a:solidFill>
                  <a:schemeClr val="tx1">
                    <a:lumMod val="65000"/>
                    <a:lumOff val="35000"/>
                  </a:schemeClr>
                </a:solidFill>
              </a:defRPr>
            </a:lvl1pPr>
          </a:lstStyle>
          <a:p>
            <a:pPr rtl="0"/>
            <a:fld id="{CC057153-B650-4DEB-B370-79DDCFDCE934}" type="slidenum">
              <a:rPr lang="en-US" smtClean="0"/>
              <a:pPr/>
              <a:t/>
            </a:fld>
            <a:endParaRPr lang="en-US"/>
          </a:p>
        </p:txBody>
      </p:sp>
      <p:grpSp>
        <p:nvGrpSpPr>
          <p:cNvPr id="17" name="Grupo 16">
            <a:extLst>
              <a:ext uri="{FF2B5EF4-FFF2-40B4-BE49-F238E27FC236}">
                <a16:creationId xmlns:a16="http://schemas.microsoft.com/office/drawing/2014/main" id="{38D1B241-A1C5-B50A-03AF-D16D7E07C921}"/>
              </a:ext>
            </a:extLst>
          </p:cNvPr>
          <p:cNvGrpSpPr/>
          <p:nvPr/>
        </p:nvGrpSpPr>
        <p:grpSpPr>
          <a:xfrm>
            <a:off x="10345635" y="649304"/>
            <a:ext cx="698051" cy="1372591"/>
            <a:chOff x="1079500" y="649304"/>
            <a:chExt cx="698051" cy="1372591"/>
          </a:xfrm>
        </p:grpSpPr>
        <p:sp>
          <p:nvSpPr>
            <p:cNvPr id="4" name="Oval 3">
              <a:extLst>
                <a:ext uri="{FF2B5EF4-FFF2-40B4-BE49-F238E27FC236}">
                  <a16:creationId xmlns:a16="http://schemas.microsoft.com/office/drawing/2014/main" id="{C0430193-32D1-2094-3948-CB8A4044E473}"/>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lvl="0" rtl="0"/>
              <a:endParaRPr lang="en-US">
                <a:solidFill>
                  <a:schemeClr val="tx1"/>
                </a:solidFill>
              </a:endParaRPr>
            </a:p>
          </p:txBody>
        </p:sp>
        <p:grpSp>
          <p:nvGrpSpPr>
            <p:cNvPr id="5" name="Grupo 4">
              <a:extLst>
                <a:ext uri="{FF2B5EF4-FFF2-40B4-BE49-F238E27FC236}">
                  <a16:creationId xmlns:a16="http://schemas.microsoft.com/office/drawing/2014/main" id="{2BDC8FB4-E269-1757-B605-3B7CA1D31BFD}"/>
                </a:ext>
              </a:extLst>
            </p:cNvPr>
            <p:cNvGrpSpPr/>
            <p:nvPr/>
          </p:nvGrpSpPr>
          <p:grpSpPr>
            <a:xfrm rot="10800000">
              <a:off x="1079500" y="952167"/>
              <a:ext cx="641184" cy="1069728"/>
              <a:chOff x="6484111" y="2967038"/>
              <a:chExt cx="641184" cy="1069728"/>
            </a:xfrm>
          </p:grpSpPr>
          <p:grpSp>
            <p:nvGrpSpPr>
              <p:cNvPr id="6" name="Grupo 5">
                <a:extLst>
                  <a:ext uri="{FF2B5EF4-FFF2-40B4-BE49-F238E27FC236}">
                    <a16:creationId xmlns:a16="http://schemas.microsoft.com/office/drawing/2014/main" id="{2BE6CDB3-6726-9490-DEFE-33AADCF70635}"/>
                  </a:ext>
                </a:extLst>
              </p:cNvPr>
              <p:cNvGrpSpPr/>
              <p:nvPr/>
            </p:nvGrpSpPr>
            <p:grpSpPr>
              <a:xfrm>
                <a:off x="6808136" y="2967038"/>
                <a:ext cx="317159" cy="932400"/>
                <a:chOff x="6808136" y="2967038"/>
                <a:chExt cx="317159" cy="932400"/>
              </a:xfrm>
            </p:grpSpPr>
            <p:sp>
              <p:nvSpPr>
                <p:cNvPr id="14" name="Forma Livre 68">
                  <a:extLst>
                    <a:ext uri="{FF2B5EF4-FFF2-40B4-BE49-F238E27FC236}">
                      <a16:creationId xmlns:a16="http://schemas.microsoft.com/office/drawing/2014/main" id="{08337956-08FC-C308-3EE6-4F7DF7EE524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vre 69">
                  <a:extLst>
                    <a:ext uri="{FF2B5EF4-FFF2-40B4-BE49-F238E27FC236}">
                      <a16:creationId xmlns:a16="http://schemas.microsoft.com/office/drawing/2014/main" id="{3561E4FD-2BE7-0830-421A-88B523F36A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Linha 70">
                  <a:extLst>
                    <a:ext uri="{FF2B5EF4-FFF2-40B4-BE49-F238E27FC236}">
                      <a16:creationId xmlns:a16="http://schemas.microsoft.com/office/drawing/2014/main" id="{3A98ECA2-F73C-C349-4C85-034EBD520BB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0" name="Grupo 9">
                <a:extLst>
                  <a:ext uri="{FF2B5EF4-FFF2-40B4-BE49-F238E27FC236}">
                    <a16:creationId xmlns:a16="http://schemas.microsoft.com/office/drawing/2014/main" id="{1BAE2C74-92F3-9DF1-0D28-8DA40DC6F702}"/>
                  </a:ext>
                </a:extLst>
              </p:cNvPr>
              <p:cNvGrpSpPr/>
              <p:nvPr/>
            </p:nvGrpSpPr>
            <p:grpSpPr>
              <a:xfrm rot="18900000" flipH="1">
                <a:off x="6484111" y="3104366"/>
                <a:ext cx="317159" cy="932400"/>
                <a:chOff x="6808136" y="2967038"/>
                <a:chExt cx="317159" cy="932400"/>
              </a:xfrm>
            </p:grpSpPr>
            <p:sp>
              <p:nvSpPr>
                <p:cNvPr id="11" name="Forma Livre 68">
                  <a:extLst>
                    <a:ext uri="{FF2B5EF4-FFF2-40B4-BE49-F238E27FC236}">
                      <a16:creationId xmlns:a16="http://schemas.microsoft.com/office/drawing/2014/main" id="{7FC40551-D184-C866-BC03-18A5875790C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Forma Livre 69">
                  <a:extLst>
                    <a:ext uri="{FF2B5EF4-FFF2-40B4-BE49-F238E27FC236}">
                      <a16:creationId xmlns:a16="http://schemas.microsoft.com/office/drawing/2014/main" id="{728A4A07-2267-BCEE-D29A-1AC7DB34791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Linha 70">
                  <a:extLst>
                    <a:ext uri="{FF2B5EF4-FFF2-40B4-BE49-F238E27FC236}">
                      <a16:creationId xmlns:a16="http://schemas.microsoft.com/office/drawing/2014/main" id="{CF1D3057-1CB5-2D6F-F329-7B377DA203C9}"/>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18" name="Conector Reto 17">
            <a:extLst>
              <a:ext uri="{FF2B5EF4-FFF2-40B4-BE49-F238E27FC236}">
                <a16:creationId xmlns:a16="http://schemas.microsoft.com/office/drawing/2014/main" id="{5568EC06-0A8D-764E-AB11-B5EF28F70102}"/>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3281986"/>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rtlCol="0">
            <a:normAutofit/>
          </a:bodyPr>
          <a:lstStyle>
            <a:lvl1pPr marL="0" indent="0">
              <a:buNone/>
              <a:defRPr sz="1800">
                <a:solidFill>
                  <a:schemeClr val="tx1">
                    <a:lumMod val="65000"/>
                    <a:lumOff val="35000"/>
                  </a:schemeClr>
                </a:solidFill>
              </a:defRPr>
            </a:lvl1pPr>
            <a:lvl2pPr marL="228600" indent="0">
              <a:buNone/>
              <a:defRPr sz="1800">
                <a:solidFill>
                  <a:schemeClr val="tx1">
                    <a:lumMod val="65000"/>
                    <a:lumOff val="35000"/>
                  </a:schemeClr>
                </a:solidFill>
              </a:defRPr>
            </a:lvl2pPr>
            <a:lvl3pPr marL="457200" indent="0">
              <a:buNone/>
              <a:defRPr sz="1800">
                <a:solidFill>
                  <a:schemeClr val="tx1">
                    <a:lumMod val="65000"/>
                    <a:lumOff val="35000"/>
                  </a:schemeClr>
                </a:solidFill>
              </a:defRPr>
            </a:lvl3pPr>
            <a:lvl4pPr marL="685800" indent="0">
              <a:buNone/>
              <a:defRPr sz="1800">
                <a:solidFill>
                  <a:schemeClr val="tx1">
                    <a:lumMod val="65000"/>
                    <a:lumOff val="35000"/>
                  </a:schemeClr>
                </a:solidFill>
              </a:defRPr>
            </a:lvl4pPr>
            <a:lvl5pPr marL="914400" indent="0">
              <a:buNone/>
              <a:defRPr sz="1800">
                <a:solidFill>
                  <a:schemeClr val="tx1">
                    <a:lumMod val="65000"/>
                    <a:lumOff val="35000"/>
                  </a:schemeClr>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rtlCol="0" anchor="b">
            <a:noAutofit/>
          </a:bodyPr>
          <a:lstStyle>
            <a:lvl1pPr>
              <a:defRPr sz="4000">
                <a:solidFill>
                  <a:schemeClr val="tx1">
                    <a:lumMod val="75000"/>
                    <a:lumOff val="25000"/>
                  </a:schemeClr>
                </a:solidFill>
              </a:defRPr>
            </a:lvl1pPr>
          </a:lstStyle>
          <a:p>
            <a:pPr rtl="0"/>
            <a:r>
              <a:rPr lang="pt-br"/>
              <a:t>Clique para editar o estilo de título Mestre</a:t>
            </a:r>
          </a:p>
        </p:txBody>
      </p:sp>
    </p:spTree>
    <p:extLst>
      <p:ext uri="{BB962C8B-B14F-4D97-AF65-F5344CB8AC3E}">
        <p14:creationId xmlns:p14="http://schemas.microsoft.com/office/powerpoint/2010/main" val="479804108"/>
      </p:ext>
    </p:extLst>
  </p:cSld>
  <p:clrMapOvr>
    <a:overrideClrMapping bg1="lt1" tx1="dk1" bg2="lt2" tx2="dk2" accent1="accent1" accent2="accent2" accent3="accent3" accent4="accent4" accent5="accent5" accent6="accent6" hlink="hlink" folHlink="folHlink"/>
  </p:clrMapOvr>
</p:sldLayout>
</file>

<file path=ppt/slideLayouts/slideLayout_8000003C_72D583A3.xml><?xml version="1.0" encoding="utf-8"?>
<p:sldLayout xmlns:a="http://schemas.openxmlformats.org/drawingml/2006/main" xmlns:r="http://schemas.openxmlformats.org/officeDocument/2006/relationships" xmlns:p="http://schemas.openxmlformats.org/presentationml/2006/main" preserve="1">
  <p:cSld name="Conclusão 2">
    <p:bg>
      <p:bgRef idx="1001">
        <a:schemeClr val="bg2"/>
      </p:bgRef>
    </p:bg>
    <p:spTree>
      <p:nvGrpSpPr>
        <p:cNvPr id="1" name=""/>
        <p:cNvGrpSpPr/>
        <p:nvPr/>
      </p:nvGrpSpPr>
      <p:grpSpPr>
        <a:xfrm>
          <a:off x="0" y="0"/>
          <a:ext cx="0" cy="0"/>
          <a:chOff x="0" y="0"/>
          <a:chExt cx="0" cy="0"/>
        </a:xfrm>
      </p:grpSpPr>
      <p:sp>
        <p:nvSpPr>
          <p:cNvPr id="3" name="Espaço Reservado para Data 2">
            <a:extLst>
              <a:ext uri="{FF2B5EF4-FFF2-40B4-BE49-F238E27FC236}">
                <a16:creationId xmlns:a16="http://schemas.microsoft.com/office/drawing/2014/main" id="{A9A41DF4-6E58-44F6-EC8C-D43561BDE708}"/>
              </a:ext>
            </a:extLst>
          </p:cNvPr>
          <p:cNvSpPr>
            <a:spLocks noGrp="1"/>
          </p:cNvSpPr>
          <p:nvPr>
            <p:ph type="dt" sz="half" idx="15"/>
          </p:nvPr>
        </p:nvSpPr>
        <p:spPr/>
        <p:txBody>
          <a:bodyPr rtlCol="0"/>
          <a:lstStyle>
            <a:lvl1pPr>
              <a:defRPr>
                <a:solidFill>
                  <a:schemeClr val="tx1">
                    <a:lumMod val="65000"/>
                    <a:lumOff val="35000"/>
                  </a:schemeClr>
                </a:solidFill>
              </a:defRPr>
            </a:lvl1pPr>
          </a:lstStyle>
          <a:p>
            <a:pPr rtl="0"/>
            <a:r>
              <a:rPr lang="pt-br"/>
              <a:t>20XX</a:t>
            </a:r>
            <a:endParaRPr lang="en-US"/>
          </a:p>
        </p:txBody>
      </p:sp>
      <p:sp>
        <p:nvSpPr>
          <p:cNvPr id="8" name="Espaço Reservado para Rodapé 7">
            <a:extLst>
              <a:ext uri="{FF2B5EF4-FFF2-40B4-BE49-F238E27FC236}">
                <a16:creationId xmlns:a16="http://schemas.microsoft.com/office/drawing/2014/main" id="{C46CE9A2-F361-F415-F937-0301DA22842E}"/>
              </a:ext>
            </a:extLst>
          </p:cNvPr>
          <p:cNvSpPr>
            <a:spLocks noGrp="1"/>
          </p:cNvSpPr>
          <p:nvPr>
            <p:ph type="ftr" sz="quarter" idx="16"/>
          </p:nvPr>
        </p:nvSpPr>
        <p:spPr/>
        <p:txBody>
          <a:bodyPr rtlCol="0"/>
          <a:lstStyle>
            <a:lvl1pPr>
              <a:defRPr>
                <a:solidFill>
                  <a:schemeClr val="tx1">
                    <a:lumMod val="65000"/>
                    <a:lumOff val="35000"/>
                  </a:schemeClr>
                </a:solidFill>
              </a:defRPr>
            </a:lvl1pPr>
          </a:lstStyle>
          <a:p>
            <a:pPr rtl="0"/>
            <a:r>
              <a:rPr lang="pt-br"/>
              <a:t>Amostra de Texto de Rodapé</a:t>
            </a:r>
            <a:endParaRPr lang="en-US"/>
          </a:p>
        </p:txBody>
      </p:sp>
      <p:sp>
        <p:nvSpPr>
          <p:cNvPr id="9" name="Espaço Reservado para o Número do Slide 8">
            <a:extLst>
              <a:ext uri="{FF2B5EF4-FFF2-40B4-BE49-F238E27FC236}">
                <a16:creationId xmlns:a16="http://schemas.microsoft.com/office/drawing/2014/main" id="{424C1775-96D4-1CCB-4D04-35BDF94DC10D}"/>
              </a:ext>
            </a:extLst>
          </p:cNvPr>
          <p:cNvSpPr>
            <a:spLocks noGrp="1"/>
          </p:cNvSpPr>
          <p:nvPr>
            <p:ph type="sldNum" sz="quarter" idx="17"/>
          </p:nvPr>
        </p:nvSpPr>
        <p:spPr/>
        <p:txBody>
          <a:bodyPr rtlCol="0"/>
          <a:lstStyle>
            <a:lvl1pPr>
              <a:defRPr>
                <a:solidFill>
                  <a:schemeClr val="tx1">
                    <a:lumMod val="65000"/>
                    <a:lumOff val="35000"/>
                  </a:schemeClr>
                </a:solidFill>
              </a:defRPr>
            </a:lvl1pPr>
          </a:lstStyle>
          <a:p>
            <a:pPr rtl="0"/>
            <a:fld id="{CC057153-B650-4DEB-B370-79DDCFDCE934}" type="slidenum">
              <a:rPr lang="en-US" smtClean="0"/>
              <a:pPr/>
              <a:t/>
            </a:fld>
            <a:endParaRPr lang="en-US"/>
          </a:p>
        </p:txBody>
      </p:sp>
      <p:grpSp>
        <p:nvGrpSpPr>
          <p:cNvPr id="4" name="Grupo 3">
            <a:extLst>
              <a:ext uri="{FF2B5EF4-FFF2-40B4-BE49-F238E27FC236}">
                <a16:creationId xmlns:a16="http://schemas.microsoft.com/office/drawing/2014/main" id="{DD5BD45A-50CD-EF82-D09C-4545FF3A69AC}"/>
              </a:ext>
            </a:extLst>
          </p:cNvPr>
          <p:cNvGrpSpPr/>
          <p:nvPr/>
        </p:nvGrpSpPr>
        <p:grpSpPr>
          <a:xfrm>
            <a:off x="9740417" y="457964"/>
            <a:ext cx="2227875" cy="5970551"/>
            <a:chOff x="9740417" y="457964"/>
            <a:chExt cx="2227875" cy="5970551"/>
          </a:xfrm>
        </p:grpSpPr>
        <p:grpSp>
          <p:nvGrpSpPr>
            <p:cNvPr id="5" name="Grupo 4">
              <a:extLst>
                <a:ext uri="{FF2B5EF4-FFF2-40B4-BE49-F238E27FC236}">
                  <a16:creationId xmlns:a16="http://schemas.microsoft.com/office/drawing/2014/main" id="{9E210995-0426-D17D-BBDC-C0534A40E8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upo 23">
                <a:extLst>
                  <a:ext uri="{FF2B5EF4-FFF2-40B4-BE49-F238E27FC236}">
                    <a16:creationId xmlns:a16="http://schemas.microsoft.com/office/drawing/2014/main" id="{C8FAFEE9-BD97-8D0C-6317-E67936D6009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upo 29">
                  <a:extLst>
                    <a:ext uri="{FF2B5EF4-FFF2-40B4-BE49-F238E27FC236}">
                      <a16:creationId xmlns:a16="http://schemas.microsoft.com/office/drawing/2014/main" id="{C5F2E2EE-3350-F0F4-DD4D-1D4D46ECBDE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Conector Reto 33">
                    <a:extLst>
                      <a:ext uri="{FF2B5EF4-FFF2-40B4-BE49-F238E27FC236}">
                        <a16:creationId xmlns:a16="http://schemas.microsoft.com/office/drawing/2014/main" id="{DA4F058E-349B-1A3F-9D6E-FB583F6B39E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718F73D4-2E66-E080-333B-1D89AC5F0F5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tângulo 30">
                    <a:extLst>
                      <a:ext uri="{FF2B5EF4-FFF2-40B4-BE49-F238E27FC236}">
                        <a16:creationId xmlns:a16="http://schemas.microsoft.com/office/drawing/2014/main" id="{413F058A-9BA7-8BC7-7394-C215EB8DFD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Retângulo 30">
                    <a:extLst>
                      <a:ext uri="{FF2B5EF4-FFF2-40B4-BE49-F238E27FC236}">
                        <a16:creationId xmlns:a16="http://schemas.microsoft.com/office/drawing/2014/main" id="{777A274A-0C0C-5EF2-7606-72F89CE93C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31" name="Grupo 30">
                  <a:extLst>
                    <a:ext uri="{FF2B5EF4-FFF2-40B4-BE49-F238E27FC236}">
                      <a16:creationId xmlns:a16="http://schemas.microsoft.com/office/drawing/2014/main" id="{0B4D2FDC-8701-ED17-A75D-9C27E9A3F4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orma livre: Forma 57">
                    <a:extLst>
                      <a:ext uri="{FF2B5EF4-FFF2-40B4-BE49-F238E27FC236}">
                        <a16:creationId xmlns:a16="http://schemas.microsoft.com/office/drawing/2014/main" id="{5551714A-8D8A-B34B-5A80-E5D27EA368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3" name="Forma livre: Forma 58">
                    <a:extLst>
                      <a:ext uri="{FF2B5EF4-FFF2-40B4-BE49-F238E27FC236}">
                        <a16:creationId xmlns:a16="http://schemas.microsoft.com/office/drawing/2014/main" id="{869FCC5F-8CA3-16C6-0392-F3E75D87BA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25" name="Grupo 24">
                <a:extLst>
                  <a:ext uri="{FF2B5EF4-FFF2-40B4-BE49-F238E27FC236}">
                    <a16:creationId xmlns:a16="http://schemas.microsoft.com/office/drawing/2014/main" id="{24C30149-E004-25CF-5089-4B3E78309B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upo 25">
                  <a:extLst>
                    <a:ext uri="{FF2B5EF4-FFF2-40B4-BE49-F238E27FC236}">
                      <a16:creationId xmlns:a16="http://schemas.microsoft.com/office/drawing/2014/main" id="{76CE1B15-48DE-EA19-66AE-E082767A61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orma Livre 68">
                    <a:extLst>
                      <a:ext uri="{FF2B5EF4-FFF2-40B4-BE49-F238E27FC236}">
                        <a16:creationId xmlns:a16="http://schemas.microsoft.com/office/drawing/2014/main" id="{7FF05A74-6722-6ACB-9705-9D08F1E133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9" name="Forma Livre 69">
                    <a:extLst>
                      <a:ext uri="{FF2B5EF4-FFF2-40B4-BE49-F238E27FC236}">
                        <a16:creationId xmlns:a16="http://schemas.microsoft.com/office/drawing/2014/main" id="{556FA397-6407-CD99-0216-DCE4A86B84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27" name="Linha 70">
                  <a:extLst>
                    <a:ext uri="{FF2B5EF4-FFF2-40B4-BE49-F238E27FC236}">
                      <a16:creationId xmlns:a16="http://schemas.microsoft.com/office/drawing/2014/main" id="{BD07E6BA-830D-81DE-99D0-C1ED17EEB0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6" name="Grupo 5">
              <a:extLst>
                <a:ext uri="{FF2B5EF4-FFF2-40B4-BE49-F238E27FC236}">
                  <a16:creationId xmlns:a16="http://schemas.microsoft.com/office/drawing/2014/main" id="{F7E3CAB0-7B50-4135-76DB-659F3FADB11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upo 9">
                <a:extLst>
                  <a:ext uri="{FF2B5EF4-FFF2-40B4-BE49-F238E27FC236}">
                    <a16:creationId xmlns:a16="http://schemas.microsoft.com/office/drawing/2014/main" id="{6C50E408-CA22-2DA8-3E63-D8CD5D9E43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upo 15">
                  <a:extLst>
                    <a:ext uri="{FF2B5EF4-FFF2-40B4-BE49-F238E27FC236}">
                      <a16:creationId xmlns:a16="http://schemas.microsoft.com/office/drawing/2014/main" id="{B341EAAC-2CAB-1D4C-3C41-E728AE45C2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Conector Reto 19">
                    <a:extLst>
                      <a:ext uri="{FF2B5EF4-FFF2-40B4-BE49-F238E27FC236}">
                        <a16:creationId xmlns:a16="http://schemas.microsoft.com/office/drawing/2014/main" id="{FCBEDD1E-4A53-5D13-92E8-44ED005DDEE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Conector Reto 20">
                    <a:extLst>
                      <a:ext uri="{FF2B5EF4-FFF2-40B4-BE49-F238E27FC236}">
                        <a16:creationId xmlns:a16="http://schemas.microsoft.com/office/drawing/2014/main" id="{2C386BC2-461B-52B5-FA52-3F98E28F9A9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tângulo 30">
                    <a:extLst>
                      <a:ext uri="{FF2B5EF4-FFF2-40B4-BE49-F238E27FC236}">
                        <a16:creationId xmlns:a16="http://schemas.microsoft.com/office/drawing/2014/main" id="{D71D489E-31F4-01B1-137F-1E2BAE84DE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3" name="Retângulo 30">
                    <a:extLst>
                      <a:ext uri="{FF2B5EF4-FFF2-40B4-BE49-F238E27FC236}">
                        <a16:creationId xmlns:a16="http://schemas.microsoft.com/office/drawing/2014/main" id="{AF8D8D96-D26C-A0E9-44AC-210C1D33421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7" name="Grupo 16">
                  <a:extLst>
                    <a:ext uri="{FF2B5EF4-FFF2-40B4-BE49-F238E27FC236}">
                      <a16:creationId xmlns:a16="http://schemas.microsoft.com/office/drawing/2014/main" id="{262D79E6-1E5E-9367-2F80-31091FD0972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orma Livre: Forma 141">
                    <a:extLst>
                      <a:ext uri="{FF2B5EF4-FFF2-40B4-BE49-F238E27FC236}">
                        <a16:creationId xmlns:a16="http://schemas.microsoft.com/office/drawing/2014/main" id="{0741A1C4-4A3C-1C09-7B63-2F5A93C40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9" name="Forma livre: Forma 142">
                    <a:extLst>
                      <a:ext uri="{FF2B5EF4-FFF2-40B4-BE49-F238E27FC236}">
                        <a16:creationId xmlns:a16="http://schemas.microsoft.com/office/drawing/2014/main" id="{331A7A60-9E24-7D8B-B8D3-901790A313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1" name="Grupo 10">
                <a:extLst>
                  <a:ext uri="{FF2B5EF4-FFF2-40B4-BE49-F238E27FC236}">
                    <a16:creationId xmlns:a16="http://schemas.microsoft.com/office/drawing/2014/main" id="{216486E5-7377-F1D3-FB49-0A8FC774CC2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upo 11">
                  <a:extLst>
                    <a:ext uri="{FF2B5EF4-FFF2-40B4-BE49-F238E27FC236}">
                      <a16:creationId xmlns:a16="http://schemas.microsoft.com/office/drawing/2014/main" id="{0C9ED1C9-C369-ABE9-0C4B-2B5DF468BB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orma Livre 68">
                    <a:extLst>
                      <a:ext uri="{FF2B5EF4-FFF2-40B4-BE49-F238E27FC236}">
                        <a16:creationId xmlns:a16="http://schemas.microsoft.com/office/drawing/2014/main" id="{5D067329-4811-1CE5-0FA5-1CAE03475C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vre 69">
                    <a:extLst>
                      <a:ext uri="{FF2B5EF4-FFF2-40B4-BE49-F238E27FC236}">
                        <a16:creationId xmlns:a16="http://schemas.microsoft.com/office/drawing/2014/main" id="{10E0DE4F-622E-EDCA-0C8D-59B0B3698F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3" name="Linha 70">
                  <a:extLst>
                    <a:ext uri="{FF2B5EF4-FFF2-40B4-BE49-F238E27FC236}">
                      <a16:creationId xmlns:a16="http://schemas.microsoft.com/office/drawing/2014/main" id="{9E4E2F3A-25E4-40F2-7815-59507A3F00D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7" name="Espaço Reservado para Conteúdo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rtlCol="0">
            <a:noAutofit/>
          </a:bodyPr>
          <a:lstStyle>
            <a:lvl1pPr marL="0" indent="0">
              <a:buNone/>
              <a:defRPr sz="1800">
                <a:solidFill>
                  <a:schemeClr val="tx1">
                    <a:lumMod val="65000"/>
                    <a:lumOff val="35000"/>
                  </a:schemeClr>
                </a:solidFill>
              </a:defRPr>
            </a:lvl1pPr>
            <a:lvl2pPr marL="228600" indent="0">
              <a:buNone/>
              <a:defRPr sz="1800">
                <a:solidFill>
                  <a:schemeClr val="tx1">
                    <a:lumMod val="65000"/>
                    <a:lumOff val="35000"/>
                  </a:schemeClr>
                </a:solidFill>
              </a:defRPr>
            </a:lvl2pPr>
            <a:lvl3pPr marL="457200" indent="0">
              <a:buNone/>
              <a:defRPr sz="1800">
                <a:solidFill>
                  <a:schemeClr val="tx1">
                    <a:lumMod val="65000"/>
                    <a:lumOff val="35000"/>
                  </a:schemeClr>
                </a:solidFill>
              </a:defRPr>
            </a:lvl3pPr>
            <a:lvl4pPr marL="685800" indent="0">
              <a:buNone/>
              <a:defRPr sz="1800">
                <a:solidFill>
                  <a:schemeClr val="tx1">
                    <a:lumMod val="65000"/>
                    <a:lumOff val="35000"/>
                  </a:schemeClr>
                </a:solidFill>
              </a:defRPr>
            </a:lvl4pPr>
            <a:lvl5pPr marL="914400" indent="0">
              <a:buNone/>
              <a:defRPr sz="1800">
                <a:solidFill>
                  <a:schemeClr val="tx1">
                    <a:lumMod val="65000"/>
                    <a:lumOff val="35000"/>
                  </a:schemeClr>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rtlCol="0" anchor="b">
            <a:noAutofit/>
          </a:bodyPr>
          <a:lstStyle>
            <a:lvl1pPr>
              <a:defRPr sz="4000">
                <a:solidFill>
                  <a:schemeClr val="tx1">
                    <a:lumMod val="75000"/>
                    <a:lumOff val="25000"/>
                  </a:schemeClr>
                </a:solidFill>
              </a:defRPr>
            </a:lvl1pPr>
          </a:lstStyle>
          <a:p>
            <a:pPr rtl="0"/>
            <a:r>
              <a:rPr lang="pt-br"/>
              <a:t>Clique para editar o estilo de título Mestre</a:t>
            </a:r>
          </a:p>
        </p:txBody>
      </p:sp>
    </p:spTree>
    <p:extLst>
      <p:ext uri="{BB962C8B-B14F-4D97-AF65-F5344CB8AC3E}">
        <p14:creationId xmlns:p14="http://schemas.microsoft.com/office/powerpoint/2010/main" val="1926595491"/>
      </p:ext>
    </p:extLst>
  </p:cSld>
  <p:clrMapOvr>
    <a:overrideClrMapping bg1="lt1" tx1="dk1" bg2="lt2" tx2="dk2" accent1="accent1" accent2="accent2" accent3="accent3" accent4="accent4" accent5="accent5" accent6="accent6" hlink="hlink" folHlink="folHlink"/>
  </p:clrMapOvr>
</p:sldLayout>
</file>

<file path=ppt/slideLayouts/slideLayout_8000003D_E4FCF432.xml><?xml version="1.0" encoding="utf-8"?>
<p:sldLayout xmlns:a="http://schemas.openxmlformats.org/drawingml/2006/main" xmlns:r="http://schemas.openxmlformats.org/officeDocument/2006/relationships" xmlns:p="http://schemas.openxmlformats.org/presentationml/2006/main" preserve="1">
  <p:cSld name="Layout vertical com gráfico">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1E946DF7-10C4-0BBA-EB2E-955736EC343A}"/>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4" name="Grupo 3">
              <a:extLst>
                <a:ext uri="{FF2B5EF4-FFF2-40B4-BE49-F238E27FC236}">
                  <a16:creationId xmlns:a16="http://schemas.microsoft.com/office/drawing/2014/main" id="{96650848-7A6C-21DB-6BAE-4516E6E51FB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166" name="Forma Livre 68">
                <a:extLst>
                  <a:ext uri="{FF2B5EF4-FFF2-40B4-BE49-F238E27FC236}">
                    <a16:creationId xmlns:a16="http://schemas.microsoft.com/office/drawing/2014/main" id="{DCF561B2-851F-5E35-8D9F-D9587A067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7" name="Forma Livre 69">
                <a:extLst>
                  <a:ext uri="{FF2B5EF4-FFF2-40B4-BE49-F238E27FC236}">
                    <a16:creationId xmlns:a16="http://schemas.microsoft.com/office/drawing/2014/main" id="{C849E763-E757-E9D6-A937-030A9A8A4F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8" name="Linha 70">
                <a:extLst>
                  <a:ext uri="{FF2B5EF4-FFF2-40B4-BE49-F238E27FC236}">
                    <a16:creationId xmlns:a16="http://schemas.microsoft.com/office/drawing/2014/main" id="{E6B475E7-3F49-5B4E-441D-BFB9786E65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5" name="Grupo 4">
              <a:extLst>
                <a:ext uri="{FF2B5EF4-FFF2-40B4-BE49-F238E27FC236}">
                  <a16:creationId xmlns:a16="http://schemas.microsoft.com/office/drawing/2014/main" id="{CBAE7E0C-06C9-5A12-F641-B9659C3347B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128" name="Oval 127">
                <a:extLst>
                  <a:ext uri="{FF2B5EF4-FFF2-40B4-BE49-F238E27FC236}">
                    <a16:creationId xmlns:a16="http://schemas.microsoft.com/office/drawing/2014/main" id="{106611B4-C9C5-B9EB-D2E4-A786180407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nvGrpSpPr>
              <p:cNvPr id="129" name="Grupo 128">
                <a:extLst>
                  <a:ext uri="{FF2B5EF4-FFF2-40B4-BE49-F238E27FC236}">
                    <a16:creationId xmlns:a16="http://schemas.microsoft.com/office/drawing/2014/main" id="{5B0A8C44-9DE9-9FF5-9422-459D794255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44" name="Forma Livre 64">
                  <a:extLst>
                    <a:ext uri="{FF2B5EF4-FFF2-40B4-BE49-F238E27FC236}">
                      <a16:creationId xmlns:a16="http://schemas.microsoft.com/office/drawing/2014/main" id="{802B3E02-35F5-D486-B900-46666AE6CF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5" name="Forma Livre 81">
                  <a:extLst>
                    <a:ext uri="{FF2B5EF4-FFF2-40B4-BE49-F238E27FC236}">
                      <a16:creationId xmlns:a16="http://schemas.microsoft.com/office/drawing/2014/main" id="{A0FE175D-173E-81F0-CC24-96E27F1D8B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6" name="Forma Livre 61">
                  <a:extLst>
                    <a:ext uri="{FF2B5EF4-FFF2-40B4-BE49-F238E27FC236}">
                      <a16:creationId xmlns:a16="http://schemas.microsoft.com/office/drawing/2014/main" id="{34F66AAF-A45F-1A0F-2555-176A1B7938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7" name="Forma Livre 78">
                  <a:extLst>
                    <a:ext uri="{FF2B5EF4-FFF2-40B4-BE49-F238E27FC236}">
                      <a16:creationId xmlns:a16="http://schemas.microsoft.com/office/drawing/2014/main" id="{888FD7CB-E8B6-CDCC-A765-51384168C0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8" name="Forma Livre 84">
                  <a:extLst>
                    <a:ext uri="{FF2B5EF4-FFF2-40B4-BE49-F238E27FC236}">
                      <a16:creationId xmlns:a16="http://schemas.microsoft.com/office/drawing/2014/main" id="{22D9D5B7-67CD-DAEF-F169-F9927D060C7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9" name="Forma Livre 87">
                  <a:extLst>
                    <a:ext uri="{FF2B5EF4-FFF2-40B4-BE49-F238E27FC236}">
                      <a16:creationId xmlns:a16="http://schemas.microsoft.com/office/drawing/2014/main" id="{635D2023-BB18-34DE-9533-3BCD2D66F9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0" name="Forma Livre 60">
                  <a:extLst>
                    <a:ext uri="{FF2B5EF4-FFF2-40B4-BE49-F238E27FC236}">
                      <a16:creationId xmlns:a16="http://schemas.microsoft.com/office/drawing/2014/main" id="{659415BE-DC13-49A7-0C33-5EFE279226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1" name="Forma Livre 59">
                  <a:extLst>
                    <a:ext uri="{FF2B5EF4-FFF2-40B4-BE49-F238E27FC236}">
                      <a16:creationId xmlns:a16="http://schemas.microsoft.com/office/drawing/2014/main" id="{CC801494-07A4-F520-018B-68D2196D2A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2" name="Forma Livre 62">
                  <a:extLst>
                    <a:ext uri="{FF2B5EF4-FFF2-40B4-BE49-F238E27FC236}">
                      <a16:creationId xmlns:a16="http://schemas.microsoft.com/office/drawing/2014/main" id="{E686085F-EAC6-B895-6207-458362D1B6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3" name="Forma Livre 65">
                  <a:extLst>
                    <a:ext uri="{FF2B5EF4-FFF2-40B4-BE49-F238E27FC236}">
                      <a16:creationId xmlns:a16="http://schemas.microsoft.com/office/drawing/2014/main" id="{DAB00EC1-8D08-BA6A-CDFE-4C62A187B1C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4" name="Forma Livre 79">
                  <a:extLst>
                    <a:ext uri="{FF2B5EF4-FFF2-40B4-BE49-F238E27FC236}">
                      <a16:creationId xmlns:a16="http://schemas.microsoft.com/office/drawing/2014/main" id="{59FA4147-888A-1DF5-8C4D-5826AB12A88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5" name="Forma Livre 82">
                  <a:extLst>
                    <a:ext uri="{FF2B5EF4-FFF2-40B4-BE49-F238E27FC236}">
                      <a16:creationId xmlns:a16="http://schemas.microsoft.com/office/drawing/2014/main" id="{4C86CC1B-2F58-1C71-F3ED-92D58E16B4F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6" name="Forma Livre 85">
                  <a:extLst>
                    <a:ext uri="{FF2B5EF4-FFF2-40B4-BE49-F238E27FC236}">
                      <a16:creationId xmlns:a16="http://schemas.microsoft.com/office/drawing/2014/main" id="{2994FA47-E79D-6287-A237-43A2FA4FFB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7" name="Forma Livre 88">
                  <a:extLst>
                    <a:ext uri="{FF2B5EF4-FFF2-40B4-BE49-F238E27FC236}">
                      <a16:creationId xmlns:a16="http://schemas.microsoft.com/office/drawing/2014/main" id="{AB058826-014A-49AD-8409-1561149690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58" name="Grupo 157">
                  <a:extLst>
                    <a:ext uri="{FF2B5EF4-FFF2-40B4-BE49-F238E27FC236}">
                      <a16:creationId xmlns:a16="http://schemas.microsoft.com/office/drawing/2014/main" id="{08112C56-452F-ABF6-3C71-80EB07646D7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59" name="Linha 63">
                    <a:extLst>
                      <a:ext uri="{FF2B5EF4-FFF2-40B4-BE49-F238E27FC236}">
                        <a16:creationId xmlns:a16="http://schemas.microsoft.com/office/drawing/2014/main" id="{03C71145-D2E8-489B-88F9-F9826023B89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0" name="Linha 66">
                    <a:extLst>
                      <a:ext uri="{FF2B5EF4-FFF2-40B4-BE49-F238E27FC236}">
                        <a16:creationId xmlns:a16="http://schemas.microsoft.com/office/drawing/2014/main" id="{A2BA5FB6-9059-DF6F-1EB1-F80CF772AB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1" name="Linha 67">
                    <a:extLst>
                      <a:ext uri="{FF2B5EF4-FFF2-40B4-BE49-F238E27FC236}">
                        <a16:creationId xmlns:a16="http://schemas.microsoft.com/office/drawing/2014/main" id="{2A893CE1-8DC4-0808-9F33-FED7630964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2" name="Linha 80">
                    <a:extLst>
                      <a:ext uri="{FF2B5EF4-FFF2-40B4-BE49-F238E27FC236}">
                        <a16:creationId xmlns:a16="http://schemas.microsoft.com/office/drawing/2014/main" id="{9672C220-76B2-6201-EEE5-8CCF7167CB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3" name="Linha 83">
                    <a:extLst>
                      <a:ext uri="{FF2B5EF4-FFF2-40B4-BE49-F238E27FC236}">
                        <a16:creationId xmlns:a16="http://schemas.microsoft.com/office/drawing/2014/main" id="{5C1A72CD-7D7C-42E3-BFFA-C472421EAF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4" name="Linha 86">
                    <a:extLst>
                      <a:ext uri="{FF2B5EF4-FFF2-40B4-BE49-F238E27FC236}">
                        <a16:creationId xmlns:a16="http://schemas.microsoft.com/office/drawing/2014/main" id="{BFB972A4-6E25-6FC4-1717-0B081F4B810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5" name="Linha 89">
                    <a:extLst>
                      <a:ext uri="{FF2B5EF4-FFF2-40B4-BE49-F238E27FC236}">
                        <a16:creationId xmlns:a16="http://schemas.microsoft.com/office/drawing/2014/main" id="{2FA89047-354E-3D71-A179-6C490AE361D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30" name="Grupo 129">
                <a:extLst>
                  <a:ext uri="{FF2B5EF4-FFF2-40B4-BE49-F238E27FC236}">
                    <a16:creationId xmlns:a16="http://schemas.microsoft.com/office/drawing/2014/main" id="{78CFC643-3123-EB74-EA21-D2F9C493D46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36" name="Grupo 135">
                  <a:extLst>
                    <a:ext uri="{FF2B5EF4-FFF2-40B4-BE49-F238E27FC236}">
                      <a16:creationId xmlns:a16="http://schemas.microsoft.com/office/drawing/2014/main" id="{5DEB7895-FB98-5D68-2C79-31CC7F227BF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0" name="Conector Reto 139">
                    <a:extLst>
                      <a:ext uri="{FF2B5EF4-FFF2-40B4-BE49-F238E27FC236}">
                        <a16:creationId xmlns:a16="http://schemas.microsoft.com/office/drawing/2014/main" id="{7542BE6F-AD2C-F040-D0A7-C5758BBFEC6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1" name="Conector Reto 140">
                    <a:extLst>
                      <a:ext uri="{FF2B5EF4-FFF2-40B4-BE49-F238E27FC236}">
                        <a16:creationId xmlns:a16="http://schemas.microsoft.com/office/drawing/2014/main" id="{82496DAA-F89B-A56B-5FEC-BFC29FD6A00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2" name="Retângulo 30">
                    <a:extLst>
                      <a:ext uri="{FF2B5EF4-FFF2-40B4-BE49-F238E27FC236}">
                        <a16:creationId xmlns:a16="http://schemas.microsoft.com/office/drawing/2014/main" id="{0A0A246A-6BE3-423B-31C8-7B51E58351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3" name="Retângulo 30">
                    <a:extLst>
                      <a:ext uri="{FF2B5EF4-FFF2-40B4-BE49-F238E27FC236}">
                        <a16:creationId xmlns:a16="http://schemas.microsoft.com/office/drawing/2014/main" id="{E681F45F-69BC-8729-80D4-3CEC4995E7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37" name="Grupo 136">
                  <a:extLst>
                    <a:ext uri="{FF2B5EF4-FFF2-40B4-BE49-F238E27FC236}">
                      <a16:creationId xmlns:a16="http://schemas.microsoft.com/office/drawing/2014/main" id="{47178EE2-B7F0-30B5-0B41-2C9210C6E5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38" name="Forma livre: Forma 57">
                    <a:extLst>
                      <a:ext uri="{FF2B5EF4-FFF2-40B4-BE49-F238E27FC236}">
                        <a16:creationId xmlns:a16="http://schemas.microsoft.com/office/drawing/2014/main" id="{ADAA86A1-574E-8E2A-8540-099473576A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39" name="Forma livre: Forma 58">
                    <a:extLst>
                      <a:ext uri="{FF2B5EF4-FFF2-40B4-BE49-F238E27FC236}">
                        <a16:creationId xmlns:a16="http://schemas.microsoft.com/office/drawing/2014/main" id="{BCCDC65B-F799-76F0-2BAB-6ADBB06C7A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31" name="Grupo 130">
                <a:extLst>
                  <a:ext uri="{FF2B5EF4-FFF2-40B4-BE49-F238E27FC236}">
                    <a16:creationId xmlns:a16="http://schemas.microsoft.com/office/drawing/2014/main" id="{76A21C52-0DA8-856D-5692-39A23C0E152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32" name="Grupo 131">
                  <a:extLst>
                    <a:ext uri="{FF2B5EF4-FFF2-40B4-BE49-F238E27FC236}">
                      <a16:creationId xmlns:a16="http://schemas.microsoft.com/office/drawing/2014/main" id="{3D32FAD6-3813-F251-ABFD-93D8751FB3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4" name="Forma Livre 68">
                    <a:extLst>
                      <a:ext uri="{FF2B5EF4-FFF2-40B4-BE49-F238E27FC236}">
                        <a16:creationId xmlns:a16="http://schemas.microsoft.com/office/drawing/2014/main" id="{FA00EEC5-0A5F-E731-6A0C-FAF08B222F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5" name="Forma Livre 69">
                    <a:extLst>
                      <a:ext uri="{FF2B5EF4-FFF2-40B4-BE49-F238E27FC236}">
                        <a16:creationId xmlns:a16="http://schemas.microsoft.com/office/drawing/2014/main" id="{89C49BA9-5C77-1162-9471-2D104104C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33" name="Linha 70">
                  <a:extLst>
                    <a:ext uri="{FF2B5EF4-FFF2-40B4-BE49-F238E27FC236}">
                      <a16:creationId xmlns:a16="http://schemas.microsoft.com/office/drawing/2014/main" id="{6A2FF4B0-2ED3-E23D-7E5F-F8022D1C13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6" name="Grupo 5">
              <a:extLst>
                <a:ext uri="{FF2B5EF4-FFF2-40B4-BE49-F238E27FC236}">
                  <a16:creationId xmlns:a16="http://schemas.microsoft.com/office/drawing/2014/main" id="{2B73B0F4-CE7B-C11C-8311-C827DFCA73D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7" name="Oval 6">
                <a:extLst>
                  <a:ext uri="{FF2B5EF4-FFF2-40B4-BE49-F238E27FC236}">
                    <a16:creationId xmlns:a16="http://schemas.microsoft.com/office/drawing/2014/main" id="{C1BF5B87-7A83-6A6E-47B2-7436F675B5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nvGrpSpPr>
              <p:cNvPr id="91" name="Grupo 90">
                <a:extLst>
                  <a:ext uri="{FF2B5EF4-FFF2-40B4-BE49-F238E27FC236}">
                    <a16:creationId xmlns:a16="http://schemas.microsoft.com/office/drawing/2014/main" id="{87178A77-6A96-EEC0-0A45-53BDD646D1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06" name="Forma Livre 64">
                  <a:extLst>
                    <a:ext uri="{FF2B5EF4-FFF2-40B4-BE49-F238E27FC236}">
                      <a16:creationId xmlns:a16="http://schemas.microsoft.com/office/drawing/2014/main" id="{C35CF469-BCDB-1ECB-D848-2A118B9269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7" name="Forma Livre 81">
                  <a:extLst>
                    <a:ext uri="{FF2B5EF4-FFF2-40B4-BE49-F238E27FC236}">
                      <a16:creationId xmlns:a16="http://schemas.microsoft.com/office/drawing/2014/main" id="{269DBB87-6E3B-69A6-88B7-49DE248A25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8" name="Forma Livre 61">
                  <a:extLst>
                    <a:ext uri="{FF2B5EF4-FFF2-40B4-BE49-F238E27FC236}">
                      <a16:creationId xmlns:a16="http://schemas.microsoft.com/office/drawing/2014/main" id="{C6E66543-4428-39AF-E0AE-579FE6A4B1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9" name="Forma Livre 78">
                  <a:extLst>
                    <a:ext uri="{FF2B5EF4-FFF2-40B4-BE49-F238E27FC236}">
                      <a16:creationId xmlns:a16="http://schemas.microsoft.com/office/drawing/2014/main" id="{67968DE4-73FA-FDFD-59CB-0B85FAF28A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0" name="Forma Livre 84">
                  <a:extLst>
                    <a:ext uri="{FF2B5EF4-FFF2-40B4-BE49-F238E27FC236}">
                      <a16:creationId xmlns:a16="http://schemas.microsoft.com/office/drawing/2014/main" id="{077CC600-1E1B-D52F-B708-7084D54B70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1" name="Forma Livre 87">
                  <a:extLst>
                    <a:ext uri="{FF2B5EF4-FFF2-40B4-BE49-F238E27FC236}">
                      <a16:creationId xmlns:a16="http://schemas.microsoft.com/office/drawing/2014/main" id="{C484D1B8-84A1-20E9-3BD6-197AEFACC4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2" name="Forma Livre 60">
                  <a:extLst>
                    <a:ext uri="{FF2B5EF4-FFF2-40B4-BE49-F238E27FC236}">
                      <a16:creationId xmlns:a16="http://schemas.microsoft.com/office/drawing/2014/main" id="{36E29196-81C0-C3F7-22AD-1E4C1ACBBE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3" name="Forma Livre 59">
                  <a:extLst>
                    <a:ext uri="{FF2B5EF4-FFF2-40B4-BE49-F238E27FC236}">
                      <a16:creationId xmlns:a16="http://schemas.microsoft.com/office/drawing/2014/main" id="{8C4B4E29-2FE5-D94E-EBCD-7BD6ADBB24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4" name="Forma Livre 62">
                  <a:extLst>
                    <a:ext uri="{FF2B5EF4-FFF2-40B4-BE49-F238E27FC236}">
                      <a16:creationId xmlns:a16="http://schemas.microsoft.com/office/drawing/2014/main" id="{D9E5BF2B-495D-833E-9454-7EFE4293C6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5" name="Forma Livre 65">
                  <a:extLst>
                    <a:ext uri="{FF2B5EF4-FFF2-40B4-BE49-F238E27FC236}">
                      <a16:creationId xmlns:a16="http://schemas.microsoft.com/office/drawing/2014/main" id="{AE984C56-67FD-C22E-1B07-C5079A40BC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6" name="Forma Livre 79">
                  <a:extLst>
                    <a:ext uri="{FF2B5EF4-FFF2-40B4-BE49-F238E27FC236}">
                      <a16:creationId xmlns:a16="http://schemas.microsoft.com/office/drawing/2014/main" id="{E51DACBA-19CF-3B04-3536-C7B7D1A7EB1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7" name="Forma Livre 82">
                  <a:extLst>
                    <a:ext uri="{FF2B5EF4-FFF2-40B4-BE49-F238E27FC236}">
                      <a16:creationId xmlns:a16="http://schemas.microsoft.com/office/drawing/2014/main" id="{13BA5D0A-5B87-1D08-88AD-8083D93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8" name="Forma Livre 85">
                  <a:extLst>
                    <a:ext uri="{FF2B5EF4-FFF2-40B4-BE49-F238E27FC236}">
                      <a16:creationId xmlns:a16="http://schemas.microsoft.com/office/drawing/2014/main" id="{6EE5635D-FA59-4376-20E4-50CC79E371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9" name="Forma Livre 88">
                  <a:extLst>
                    <a:ext uri="{FF2B5EF4-FFF2-40B4-BE49-F238E27FC236}">
                      <a16:creationId xmlns:a16="http://schemas.microsoft.com/office/drawing/2014/main" id="{55A3AFB5-4970-411F-5F04-2B596C8FA7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20" name="Grupo 119">
                  <a:extLst>
                    <a:ext uri="{FF2B5EF4-FFF2-40B4-BE49-F238E27FC236}">
                      <a16:creationId xmlns:a16="http://schemas.microsoft.com/office/drawing/2014/main" id="{E6214791-9426-C192-8C99-0DE8E35D2FA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21" name="Linha 63">
                    <a:extLst>
                      <a:ext uri="{FF2B5EF4-FFF2-40B4-BE49-F238E27FC236}">
                        <a16:creationId xmlns:a16="http://schemas.microsoft.com/office/drawing/2014/main" id="{8A34640B-7052-1024-66C4-395918533E8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2" name="Linha 66">
                    <a:extLst>
                      <a:ext uri="{FF2B5EF4-FFF2-40B4-BE49-F238E27FC236}">
                        <a16:creationId xmlns:a16="http://schemas.microsoft.com/office/drawing/2014/main" id="{E2DA86A8-0C0F-D2A2-2CA9-20F4EBE071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3" name="Linha 67">
                    <a:extLst>
                      <a:ext uri="{FF2B5EF4-FFF2-40B4-BE49-F238E27FC236}">
                        <a16:creationId xmlns:a16="http://schemas.microsoft.com/office/drawing/2014/main" id="{41C7639A-B1D6-547B-B391-9B7979F8AC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4" name="Linha 80">
                    <a:extLst>
                      <a:ext uri="{FF2B5EF4-FFF2-40B4-BE49-F238E27FC236}">
                        <a16:creationId xmlns:a16="http://schemas.microsoft.com/office/drawing/2014/main" id="{E719F0EE-1A68-FE4F-5D65-7F3CF1AD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5" name="Linha 83">
                    <a:extLst>
                      <a:ext uri="{FF2B5EF4-FFF2-40B4-BE49-F238E27FC236}">
                        <a16:creationId xmlns:a16="http://schemas.microsoft.com/office/drawing/2014/main" id="{DC0373DF-BE8C-420B-F88C-A7FF0334C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6" name="Linha 86">
                    <a:extLst>
                      <a:ext uri="{FF2B5EF4-FFF2-40B4-BE49-F238E27FC236}">
                        <a16:creationId xmlns:a16="http://schemas.microsoft.com/office/drawing/2014/main" id="{F4ECE460-0A73-8C2B-5647-0E5AE9AEA7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7" name="Linha 89">
                    <a:extLst>
                      <a:ext uri="{FF2B5EF4-FFF2-40B4-BE49-F238E27FC236}">
                        <a16:creationId xmlns:a16="http://schemas.microsoft.com/office/drawing/2014/main" id="{BCD65272-F6D2-B58A-8C53-F9E90D29B0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92" name="Grupo 91">
                <a:extLst>
                  <a:ext uri="{FF2B5EF4-FFF2-40B4-BE49-F238E27FC236}">
                    <a16:creationId xmlns:a16="http://schemas.microsoft.com/office/drawing/2014/main" id="{D3A8502E-7C5D-906B-BA56-302B1AB122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98" name="Grupo 97">
                  <a:extLst>
                    <a:ext uri="{FF2B5EF4-FFF2-40B4-BE49-F238E27FC236}">
                      <a16:creationId xmlns:a16="http://schemas.microsoft.com/office/drawing/2014/main" id="{D7A189C9-9947-A989-4D09-BDC02389923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2" name="Conector Reto 101">
                    <a:extLst>
                      <a:ext uri="{FF2B5EF4-FFF2-40B4-BE49-F238E27FC236}">
                        <a16:creationId xmlns:a16="http://schemas.microsoft.com/office/drawing/2014/main" id="{F2C4A481-AFEC-4925-686C-7AB5CDC4466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3" name="Conector Reto 102">
                    <a:extLst>
                      <a:ext uri="{FF2B5EF4-FFF2-40B4-BE49-F238E27FC236}">
                        <a16:creationId xmlns:a16="http://schemas.microsoft.com/office/drawing/2014/main" id="{E1F945F9-CDFF-041F-0653-2816D47B016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4" name="Retângulo 30">
                    <a:extLst>
                      <a:ext uri="{FF2B5EF4-FFF2-40B4-BE49-F238E27FC236}">
                        <a16:creationId xmlns:a16="http://schemas.microsoft.com/office/drawing/2014/main" id="{7AFA641F-BA09-FD61-61E7-EC46702A4D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5" name="Retângulo 30">
                    <a:extLst>
                      <a:ext uri="{FF2B5EF4-FFF2-40B4-BE49-F238E27FC236}">
                        <a16:creationId xmlns:a16="http://schemas.microsoft.com/office/drawing/2014/main" id="{BE902CEB-6539-E490-C6F0-CD34281997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99" name="Grupo 98">
                  <a:extLst>
                    <a:ext uri="{FF2B5EF4-FFF2-40B4-BE49-F238E27FC236}">
                      <a16:creationId xmlns:a16="http://schemas.microsoft.com/office/drawing/2014/main" id="{2D313F9E-16F5-9645-AED4-FEA8009A72F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0" name="Forma livre: Forma 19">
                    <a:extLst>
                      <a:ext uri="{FF2B5EF4-FFF2-40B4-BE49-F238E27FC236}">
                        <a16:creationId xmlns:a16="http://schemas.microsoft.com/office/drawing/2014/main" id="{3D51B00C-0086-B9A0-B39F-3B835E4AAB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01" name="Forma livre: Forma 20">
                    <a:extLst>
                      <a:ext uri="{FF2B5EF4-FFF2-40B4-BE49-F238E27FC236}">
                        <a16:creationId xmlns:a16="http://schemas.microsoft.com/office/drawing/2014/main" id="{C8B47B22-1553-BA25-9065-3FA6BE4B96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93" name="Grupo 92">
                <a:extLst>
                  <a:ext uri="{FF2B5EF4-FFF2-40B4-BE49-F238E27FC236}">
                    <a16:creationId xmlns:a16="http://schemas.microsoft.com/office/drawing/2014/main" id="{AA6B44CA-D2CF-D871-67A4-0BE8C3E254C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94" name="Grupo 93">
                  <a:extLst>
                    <a:ext uri="{FF2B5EF4-FFF2-40B4-BE49-F238E27FC236}">
                      <a16:creationId xmlns:a16="http://schemas.microsoft.com/office/drawing/2014/main" id="{F0F82BA1-C5DF-8A0E-F35D-37955045835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96" name="Forma Livre 68">
                    <a:extLst>
                      <a:ext uri="{FF2B5EF4-FFF2-40B4-BE49-F238E27FC236}">
                        <a16:creationId xmlns:a16="http://schemas.microsoft.com/office/drawing/2014/main" id="{37B9BFCF-75BB-A2D2-41C3-0258B7F2DC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97" name="Forma Livre 69">
                    <a:extLst>
                      <a:ext uri="{FF2B5EF4-FFF2-40B4-BE49-F238E27FC236}">
                        <a16:creationId xmlns:a16="http://schemas.microsoft.com/office/drawing/2014/main" id="{4A28A03D-736E-ADFF-0F1E-4C9198492D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95" name="Linha 70">
                  <a:extLst>
                    <a:ext uri="{FF2B5EF4-FFF2-40B4-BE49-F238E27FC236}">
                      <a16:creationId xmlns:a16="http://schemas.microsoft.com/office/drawing/2014/main" id="{3DDC35DC-35B8-10FA-03DE-23E52F3126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987552" y="301752"/>
            <a:ext cx="4654296" cy="6263640"/>
          </a:xfrm>
        </p:spPr>
        <p:txBody>
          <a:bodyPr rtlCol="0" anchor="ctr" anchorCtr="0">
            <a:normAutofit/>
          </a:bodyPr>
          <a:lstStyle>
            <a:lvl1pPr algn="ctr">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38417828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E_F11A484A.xml><?xml version="1.0" encoding="utf-8"?>
<p:sldLayout xmlns:a="http://schemas.openxmlformats.org/drawingml/2006/main" xmlns:r="http://schemas.openxmlformats.org/officeDocument/2006/relationships" xmlns:p="http://schemas.openxmlformats.org/presentationml/2006/main" preserve="1">
  <p:cSld name="Lista com imagem">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A68B8BDB-E48D-528E-7F09-BBBFF8921F04}"/>
              </a:ext>
              <a:ext uri="{C183D7F6-B498-43B3-948B-1728B52AA6E4}">
                <adec:decorative xmlns:adec="http://schemas.microsoft.com/office/drawing/2017/decorative" val="1"/>
              </a:ext>
            </a:extLst>
          </p:cNvPr>
          <p:cNvSpPr/>
          <p:nvPr/>
        </p:nvSpPr>
        <p:spPr>
          <a:xfrm>
            <a:off x="4548850" y="0"/>
            <a:ext cx="7643149" cy="6858000"/>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6" name="Conector Reto 5">
            <a:extLst>
              <a:ext uri="{FF2B5EF4-FFF2-40B4-BE49-F238E27FC236}">
                <a16:creationId xmlns:a16="http://schemas.microsoft.com/office/drawing/2014/main" id="{649557F6-2BEF-8562-33FA-D5F221B212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080008" y="2514600"/>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Espaço Reservado para Imagem 10">
            <a:extLst>
              <a:ext uri="{FF2B5EF4-FFF2-40B4-BE49-F238E27FC236}">
                <a16:creationId xmlns:a16="http://schemas.microsoft.com/office/drawing/2014/main" id="{066A4109-EF9B-5A91-301F-0BEFB378B4F5}"/>
              </a:ext>
            </a:extLst>
          </p:cNvPr>
          <p:cNvSpPr>
            <a:spLocks noGrp="1"/>
          </p:cNvSpPr>
          <p:nvPr>
            <p:ph type="pic" sz="quarter" idx="14"/>
          </p:nvPr>
        </p:nvSpPr>
        <p:spPr>
          <a:xfrm>
            <a:off x="5028292" y="420624"/>
            <a:ext cx="6684264" cy="6016752"/>
          </a:xfrm>
          <a:blipFill>
            <a:blip r:embed="rId2">
              <a:alphaModFix amt="60000"/>
            </a:blip>
            <a:stretch>
              <a:fillRect/>
            </a:stretch>
          </a:blipFill>
        </p:spPr>
        <p:txBody>
          <a:bodyPr rtlCol="0"/>
          <a:lstStyle/>
          <a:p>
            <a:pPr rtl="0"/>
            <a:r>
              <a:rPr lang="pt-br"/>
              <a:t>Clique no ícone para adicionar uma imagem</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612648" y="2743200"/>
            <a:ext cx="3474720" cy="3502152"/>
          </a:xfrm>
        </p:spPr>
        <p:txBody>
          <a:bodyPr rtlCol="0">
            <a:normAutofit/>
          </a:bodyPr>
          <a:lstStyle>
            <a:lvl1pPr marL="0" indent="0" algn="ctr">
              <a:buNone/>
              <a:defRPr sz="1800"/>
            </a:lvl1pPr>
            <a:lvl2pPr marL="356616" indent="0" algn="ctr">
              <a:buFont typeface="Arial" panose="020B0604020202020204" pitchFamily="34" charset="0"/>
              <a:buNone/>
              <a:defRPr sz="1800"/>
            </a:lvl2pPr>
            <a:lvl3pPr marL="722376" indent="0" algn="ctr">
              <a:buNone/>
              <a:defRPr sz="1800"/>
            </a:lvl3pPr>
            <a:lvl4pPr marL="1078992" indent="0" algn="ctr">
              <a:buFont typeface="Arial" panose="020B0604020202020204" pitchFamily="34" charset="0"/>
              <a:buNone/>
              <a:defRPr sz="1800"/>
            </a:lvl4pPr>
            <a:lvl5pPr marL="1444752" indent="0" algn="ctr">
              <a:buNone/>
              <a:defRPr sz="18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12648" y="429768"/>
            <a:ext cx="3474720" cy="1847088"/>
          </a:xfrm>
        </p:spPr>
        <p:txBody>
          <a:bodyPr rtlCol="0" anchor="b">
            <a:normAutofit/>
          </a:bodyPr>
          <a:lstStyle>
            <a:lvl1pPr algn="ct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4045031498"/>
      </p:ext>
    </p:extLst>
  </p:cSld>
  <p:clrMapOvr>
    <a:masterClrMapping/>
  </p:clrMapOvr>
</p:sldLayout>
</file>

<file path=ppt/slideLayouts/slideLayout_8000003F_772E654E.xml><?xml version="1.0" encoding="utf-8"?>
<p:sldLayout xmlns:a="http://schemas.openxmlformats.org/drawingml/2006/main" xmlns:r="http://schemas.openxmlformats.org/officeDocument/2006/relationships" xmlns:p="http://schemas.openxmlformats.org/presentationml/2006/main" preserve="1">
  <p:cSld name="Layout vertical com imagem">
    <p:spTree>
      <p:nvGrpSpPr>
        <p:cNvPr id="1" name=""/>
        <p:cNvGrpSpPr/>
        <p:nvPr/>
      </p:nvGrpSpPr>
      <p:grpSpPr>
        <a:xfrm>
          <a:off x="0" y="0"/>
          <a:ext cx="0" cy="0"/>
          <a:chOff x="0" y="0"/>
          <a:chExt cx="0" cy="0"/>
        </a:xfrm>
      </p:grpSpPr>
      <p:sp>
        <p:nvSpPr>
          <p:cNvPr id="16" name="Retângulo 15">
            <a:extLst>
              <a:ext uri="{FF2B5EF4-FFF2-40B4-BE49-F238E27FC236}">
                <a16:creationId xmlns:a16="http://schemas.microsoft.com/office/drawing/2014/main" id="{EBF9B1F4-2353-E389-1534-BFBF5FBDCC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grpSp>
        <p:nvGrpSpPr>
          <p:cNvPr id="48" name="Grupo 47">
            <a:extLst>
              <a:ext uri="{FF2B5EF4-FFF2-40B4-BE49-F238E27FC236}">
                <a16:creationId xmlns:a16="http://schemas.microsoft.com/office/drawing/2014/main" id="{3D48BC54-8D8A-CB76-97E5-688D541010B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49" name="Retângulo 48">
              <a:extLst>
                <a:ext uri="{FF2B5EF4-FFF2-40B4-BE49-F238E27FC236}">
                  <a16:creationId xmlns:a16="http://schemas.microsoft.com/office/drawing/2014/main" id="{DF9F6865-3666-CD82-3523-522A8E25AD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50" name="Grupo 49">
              <a:extLst>
                <a:ext uri="{FF2B5EF4-FFF2-40B4-BE49-F238E27FC236}">
                  <a16:creationId xmlns:a16="http://schemas.microsoft.com/office/drawing/2014/main" id="{C35F671F-5698-97D3-0D20-C74B5B8C74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51" name="Grupo 50">
                <a:extLst>
                  <a:ext uri="{FF2B5EF4-FFF2-40B4-BE49-F238E27FC236}">
                    <a16:creationId xmlns:a16="http://schemas.microsoft.com/office/drawing/2014/main" id="{4A99469D-3148-A32C-3CD1-DFF2EF0591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56" name="Forma Livre 68">
                  <a:extLst>
                    <a:ext uri="{FF2B5EF4-FFF2-40B4-BE49-F238E27FC236}">
                      <a16:creationId xmlns:a16="http://schemas.microsoft.com/office/drawing/2014/main" id="{0DF6D303-2C2F-DA3C-6EE3-EB1E706CA1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7" name="Forma Livre 69">
                  <a:extLst>
                    <a:ext uri="{FF2B5EF4-FFF2-40B4-BE49-F238E27FC236}">
                      <a16:creationId xmlns:a16="http://schemas.microsoft.com/office/drawing/2014/main" id="{2CC53E69-D74A-855C-DB63-69BE6E67A9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8" name="Linha 70">
                  <a:extLst>
                    <a:ext uri="{FF2B5EF4-FFF2-40B4-BE49-F238E27FC236}">
                      <a16:creationId xmlns:a16="http://schemas.microsoft.com/office/drawing/2014/main" id="{A6CFA2CF-7D8C-BD33-3155-F83E3F93E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52" name="Grupo 51">
                <a:extLst>
                  <a:ext uri="{FF2B5EF4-FFF2-40B4-BE49-F238E27FC236}">
                    <a16:creationId xmlns:a16="http://schemas.microsoft.com/office/drawing/2014/main" id="{A7FC8204-EC4D-7BF1-59ED-7BA4CDFF6EE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53" name="Forma Livre 68">
                  <a:extLst>
                    <a:ext uri="{FF2B5EF4-FFF2-40B4-BE49-F238E27FC236}">
                      <a16:creationId xmlns:a16="http://schemas.microsoft.com/office/drawing/2014/main" id="{5DB2EA0C-6181-1906-BED8-53E2B5A98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4" name="Forma Livre 69">
                  <a:extLst>
                    <a:ext uri="{FF2B5EF4-FFF2-40B4-BE49-F238E27FC236}">
                      <a16:creationId xmlns:a16="http://schemas.microsoft.com/office/drawing/2014/main" id="{E373093C-0DA0-6D92-0DC1-4CC323D3AD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5" name="Linha 70">
                  <a:extLst>
                    <a:ext uri="{FF2B5EF4-FFF2-40B4-BE49-F238E27FC236}">
                      <a16:creationId xmlns:a16="http://schemas.microsoft.com/office/drawing/2014/main" id="{71CCCCA5-296E-2676-BF68-6CA3AEDC78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p:nvPr>
        </p:nvSpPr>
        <p:spPr>
          <a:xfrm>
            <a:off x="6352509" y="265126"/>
            <a:ext cx="5610891" cy="6364191"/>
          </a:xfrm>
          <a:blipFill dpi="0" rotWithShape="1">
            <a:blip r:embed="rId2">
              <a:alphaModFix amt="60000"/>
            </a:blip>
            <a:srcRect/>
            <a:stretch>
              <a:fillRect/>
            </a:stretch>
          </a:blipFill>
        </p:spPr>
        <p:txBody>
          <a:bodyPr rtlCol="0"/>
          <a:lstStyle/>
          <a:p>
            <a:pPr rtl="0"/>
            <a:r>
              <a:rPr lang="pt-br"/>
              <a:t>Clique no ícone para adicionar uma imagem</a:t>
            </a:r>
          </a:p>
        </p:txBody>
      </p:sp>
      <p:grpSp>
        <p:nvGrpSpPr>
          <p:cNvPr id="4" name="Grupo 3">
            <a:extLst>
              <a:ext uri="{FF2B5EF4-FFF2-40B4-BE49-F238E27FC236}">
                <a16:creationId xmlns:a16="http://schemas.microsoft.com/office/drawing/2014/main" id="{6EF9DAD9-C0FF-6C34-61C0-F55F5673845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5" name="Retângulo 4">
              <a:extLst>
                <a:ext uri="{FF2B5EF4-FFF2-40B4-BE49-F238E27FC236}">
                  <a16:creationId xmlns:a16="http://schemas.microsoft.com/office/drawing/2014/main" id="{430E4480-39C5-1A33-EBB5-B2D28AE094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6" name="Grupo 5">
              <a:extLst>
                <a:ext uri="{FF2B5EF4-FFF2-40B4-BE49-F238E27FC236}">
                  <a16:creationId xmlns:a16="http://schemas.microsoft.com/office/drawing/2014/main" id="{FF7C190B-BDBF-4531-4EEE-CF91F2C065C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7" name="Grupo 6">
                <a:extLst>
                  <a:ext uri="{FF2B5EF4-FFF2-40B4-BE49-F238E27FC236}">
                    <a16:creationId xmlns:a16="http://schemas.microsoft.com/office/drawing/2014/main" id="{B16E7387-18F2-89B6-BEDE-E387DC4B86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3" name="Forma Livre 68">
                  <a:extLst>
                    <a:ext uri="{FF2B5EF4-FFF2-40B4-BE49-F238E27FC236}">
                      <a16:creationId xmlns:a16="http://schemas.microsoft.com/office/drawing/2014/main" id="{092D9B78-8E96-8B21-6882-0CEC6306DB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vre 69">
                  <a:extLst>
                    <a:ext uri="{FF2B5EF4-FFF2-40B4-BE49-F238E27FC236}">
                      <a16:creationId xmlns:a16="http://schemas.microsoft.com/office/drawing/2014/main" id="{5B58D42B-5A80-25D5-06EE-41AEC29776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Linha 70">
                  <a:extLst>
                    <a:ext uri="{FF2B5EF4-FFF2-40B4-BE49-F238E27FC236}">
                      <a16:creationId xmlns:a16="http://schemas.microsoft.com/office/drawing/2014/main" id="{2D172F8A-85FE-CD2B-4207-D2BE09249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8" name="Grupo 7">
                <a:extLst>
                  <a:ext uri="{FF2B5EF4-FFF2-40B4-BE49-F238E27FC236}">
                    <a16:creationId xmlns:a16="http://schemas.microsoft.com/office/drawing/2014/main" id="{5568BFA7-0439-4A5D-1E15-06DD6CF2358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9" name="Forma Livre 68">
                  <a:extLst>
                    <a:ext uri="{FF2B5EF4-FFF2-40B4-BE49-F238E27FC236}">
                      <a16:creationId xmlns:a16="http://schemas.microsoft.com/office/drawing/2014/main" id="{6B86700D-90C8-3325-D01E-8542AF920A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 name="Forma Livre 69">
                  <a:extLst>
                    <a:ext uri="{FF2B5EF4-FFF2-40B4-BE49-F238E27FC236}">
                      <a16:creationId xmlns:a16="http://schemas.microsoft.com/office/drawing/2014/main" id="{B025A7EA-BF8E-6DE1-C7EA-5DB29E99B3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Linha 70">
                  <a:extLst>
                    <a:ext uri="{FF2B5EF4-FFF2-40B4-BE49-F238E27FC236}">
                      <a16:creationId xmlns:a16="http://schemas.microsoft.com/office/drawing/2014/main" id="{2018A17D-E735-C688-E024-4CE5BA7D81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466344" y="996696"/>
            <a:ext cx="5175504" cy="4873752"/>
          </a:xfrm>
        </p:spPr>
        <p:txBody>
          <a:bodyPr rtlCol="0" anchor="ctr" anchorCtr="0">
            <a:normAutofit/>
          </a:bodyPr>
          <a:lstStyle>
            <a:lvl1pPr algn="ctr">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19995292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1_5D8585A7.xml><?xml version="1.0" encoding="utf-8"?>
<p:sldLayout xmlns:a="http://schemas.openxmlformats.org/drawingml/2006/main" xmlns:r="http://schemas.openxmlformats.org/officeDocument/2006/relationships" xmlns:p="http://schemas.openxmlformats.org/presentationml/2006/main" type="title" preserve="1">
  <p:cSld name="Título 1">
    <p:spTree>
      <p:nvGrpSpPr>
        <p:cNvPr id="1" name=""/>
        <p:cNvGrpSpPr/>
        <p:nvPr/>
      </p:nvGrpSpPr>
      <p:grpSpPr>
        <a:xfrm>
          <a:off x="0" y="0"/>
          <a:ext cx="0" cy="0"/>
          <a:chOff x="0" y="0"/>
          <a:chExt cx="0" cy="0"/>
        </a:xfrm>
      </p:grpSpPr>
      <p:grpSp>
        <p:nvGrpSpPr>
          <p:cNvPr id="8" name="Grupo 7">
            <a:extLst>
              <a:ext uri="{FF2B5EF4-FFF2-40B4-BE49-F238E27FC236}">
                <a16:creationId xmlns:a16="http://schemas.microsoft.com/office/drawing/2014/main" id="{4C29F043-00BB-5D0B-4630-9A81A19556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9" name="Grupo 8">
              <a:extLst>
                <a:ext uri="{FF2B5EF4-FFF2-40B4-BE49-F238E27FC236}">
                  <a16:creationId xmlns:a16="http://schemas.microsoft.com/office/drawing/2014/main" id="{CEA19558-B6D1-E98D-0193-7DE6BC4E536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8" name="Forma Livre 68">
                <a:extLst>
                  <a:ext uri="{FF2B5EF4-FFF2-40B4-BE49-F238E27FC236}">
                    <a16:creationId xmlns:a16="http://schemas.microsoft.com/office/drawing/2014/main" id="{90F0A2EF-1DA5-5C29-4570-F7524A3619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9" name="Forma Livre 69">
                <a:extLst>
                  <a:ext uri="{FF2B5EF4-FFF2-40B4-BE49-F238E27FC236}">
                    <a16:creationId xmlns:a16="http://schemas.microsoft.com/office/drawing/2014/main" id="{09FA5078-7EB1-1BF2-BC83-5B2344EA3C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90" name="Linha 70">
                <a:extLst>
                  <a:ext uri="{FF2B5EF4-FFF2-40B4-BE49-F238E27FC236}">
                    <a16:creationId xmlns:a16="http://schemas.microsoft.com/office/drawing/2014/main" id="{06D9ACB5-AA34-7DE7-7842-3675C9FBB0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0" name="Grupo 9">
              <a:extLst>
                <a:ext uri="{FF2B5EF4-FFF2-40B4-BE49-F238E27FC236}">
                  <a16:creationId xmlns:a16="http://schemas.microsoft.com/office/drawing/2014/main" id="{58B89931-912D-3274-98F4-1C541573237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0" name="Oval 49">
                <a:extLst>
                  <a:ext uri="{FF2B5EF4-FFF2-40B4-BE49-F238E27FC236}">
                    <a16:creationId xmlns:a16="http://schemas.microsoft.com/office/drawing/2014/main" id="{956E4380-3C2A-C89C-1828-87A9DE7D14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nvGrpSpPr>
              <p:cNvPr id="51" name="Grupo 50">
                <a:extLst>
                  <a:ext uri="{FF2B5EF4-FFF2-40B4-BE49-F238E27FC236}">
                    <a16:creationId xmlns:a16="http://schemas.microsoft.com/office/drawing/2014/main" id="{A9389B11-E9B0-F3F1-21A0-B0C68A6CA22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6" name="Forma Livre 64">
                  <a:extLst>
                    <a:ext uri="{FF2B5EF4-FFF2-40B4-BE49-F238E27FC236}">
                      <a16:creationId xmlns:a16="http://schemas.microsoft.com/office/drawing/2014/main" id="{A0B56FAB-D3C3-FC6E-32B3-0F6D140B224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7" name="Forma Livre 81">
                  <a:extLst>
                    <a:ext uri="{FF2B5EF4-FFF2-40B4-BE49-F238E27FC236}">
                      <a16:creationId xmlns:a16="http://schemas.microsoft.com/office/drawing/2014/main" id="{83C69305-8E5D-0937-9739-2A82520807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8" name="Forma Livre 61">
                  <a:extLst>
                    <a:ext uri="{FF2B5EF4-FFF2-40B4-BE49-F238E27FC236}">
                      <a16:creationId xmlns:a16="http://schemas.microsoft.com/office/drawing/2014/main" id="{812C6AB9-9B73-BA3C-C2C5-69286F11DF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9" name="Forma Livre 78">
                  <a:extLst>
                    <a:ext uri="{FF2B5EF4-FFF2-40B4-BE49-F238E27FC236}">
                      <a16:creationId xmlns:a16="http://schemas.microsoft.com/office/drawing/2014/main" id="{F24F6087-DB1E-AB60-D9F2-E4683D42E52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0" name="Forma Livre 84">
                  <a:extLst>
                    <a:ext uri="{FF2B5EF4-FFF2-40B4-BE49-F238E27FC236}">
                      <a16:creationId xmlns:a16="http://schemas.microsoft.com/office/drawing/2014/main" id="{4F3E01B3-1D2C-F60E-7BFB-01B37CA691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1" name="Forma Livre 87">
                  <a:extLst>
                    <a:ext uri="{FF2B5EF4-FFF2-40B4-BE49-F238E27FC236}">
                      <a16:creationId xmlns:a16="http://schemas.microsoft.com/office/drawing/2014/main" id="{8C09A1A6-4598-D150-847C-8354CC978C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2" name="Forma Livre 60">
                  <a:extLst>
                    <a:ext uri="{FF2B5EF4-FFF2-40B4-BE49-F238E27FC236}">
                      <a16:creationId xmlns:a16="http://schemas.microsoft.com/office/drawing/2014/main" id="{DEBC3636-7B6F-ED9C-AD85-8CF12F1EFC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3" name="Forma Livre 59">
                  <a:extLst>
                    <a:ext uri="{FF2B5EF4-FFF2-40B4-BE49-F238E27FC236}">
                      <a16:creationId xmlns:a16="http://schemas.microsoft.com/office/drawing/2014/main" id="{50BFD87E-80F6-E655-4866-E6CCBD63889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4" name="Forma Livre 62">
                  <a:extLst>
                    <a:ext uri="{FF2B5EF4-FFF2-40B4-BE49-F238E27FC236}">
                      <a16:creationId xmlns:a16="http://schemas.microsoft.com/office/drawing/2014/main" id="{3E089B7D-DC55-52FA-02B0-13DD7F0AFD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5" name="Forma Livre 65">
                  <a:extLst>
                    <a:ext uri="{FF2B5EF4-FFF2-40B4-BE49-F238E27FC236}">
                      <a16:creationId xmlns:a16="http://schemas.microsoft.com/office/drawing/2014/main" id="{026604DF-D6BC-93FA-C8CF-5053231067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6" name="Forma Livre 79">
                  <a:extLst>
                    <a:ext uri="{FF2B5EF4-FFF2-40B4-BE49-F238E27FC236}">
                      <a16:creationId xmlns:a16="http://schemas.microsoft.com/office/drawing/2014/main" id="{6C53B505-3DA7-BA71-49FF-B2EE22287C0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7" name="Forma Livre 82">
                  <a:extLst>
                    <a:ext uri="{FF2B5EF4-FFF2-40B4-BE49-F238E27FC236}">
                      <a16:creationId xmlns:a16="http://schemas.microsoft.com/office/drawing/2014/main" id="{FFAF5B93-C6DF-C8A2-95B6-3D5CDA2CB1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8" name="Forma Livre 85">
                  <a:extLst>
                    <a:ext uri="{FF2B5EF4-FFF2-40B4-BE49-F238E27FC236}">
                      <a16:creationId xmlns:a16="http://schemas.microsoft.com/office/drawing/2014/main" id="{3737A360-4BDB-39C8-7418-8FEAB1593D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9" name="Forma Livre 88">
                  <a:extLst>
                    <a:ext uri="{FF2B5EF4-FFF2-40B4-BE49-F238E27FC236}">
                      <a16:creationId xmlns:a16="http://schemas.microsoft.com/office/drawing/2014/main" id="{7BE4B3C8-EDBB-0EF1-FCDC-60D93B0DEEF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80" name="Grupo 79">
                  <a:extLst>
                    <a:ext uri="{FF2B5EF4-FFF2-40B4-BE49-F238E27FC236}">
                      <a16:creationId xmlns:a16="http://schemas.microsoft.com/office/drawing/2014/main" id="{1AB76D16-D2CD-DB7D-C075-297DB74AA9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1" name="Linha 63">
                    <a:extLst>
                      <a:ext uri="{FF2B5EF4-FFF2-40B4-BE49-F238E27FC236}">
                        <a16:creationId xmlns:a16="http://schemas.microsoft.com/office/drawing/2014/main" id="{3693750C-1D39-9D37-2554-9F06821252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2" name="Linha 66">
                    <a:extLst>
                      <a:ext uri="{FF2B5EF4-FFF2-40B4-BE49-F238E27FC236}">
                        <a16:creationId xmlns:a16="http://schemas.microsoft.com/office/drawing/2014/main" id="{CAAE2C7C-2053-44AC-632E-C7AF3E7046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3" name="Linha 67">
                    <a:extLst>
                      <a:ext uri="{FF2B5EF4-FFF2-40B4-BE49-F238E27FC236}">
                        <a16:creationId xmlns:a16="http://schemas.microsoft.com/office/drawing/2014/main" id="{54EB7F42-5E61-8652-870B-1F168F773C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4" name="Linha 80">
                    <a:extLst>
                      <a:ext uri="{FF2B5EF4-FFF2-40B4-BE49-F238E27FC236}">
                        <a16:creationId xmlns:a16="http://schemas.microsoft.com/office/drawing/2014/main" id="{778D2F09-7408-6FF8-F734-1B34678A94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5" name="Linha 83">
                    <a:extLst>
                      <a:ext uri="{FF2B5EF4-FFF2-40B4-BE49-F238E27FC236}">
                        <a16:creationId xmlns:a16="http://schemas.microsoft.com/office/drawing/2014/main" id="{592C27BF-D6D8-03FB-07CA-3D060FA6E0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6" name="Linha 86">
                    <a:extLst>
                      <a:ext uri="{FF2B5EF4-FFF2-40B4-BE49-F238E27FC236}">
                        <a16:creationId xmlns:a16="http://schemas.microsoft.com/office/drawing/2014/main" id="{1324D316-5B44-7CC2-6A95-6296754562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7" name="Linha 89">
                    <a:extLst>
                      <a:ext uri="{FF2B5EF4-FFF2-40B4-BE49-F238E27FC236}">
                        <a16:creationId xmlns:a16="http://schemas.microsoft.com/office/drawing/2014/main" id="{46D14D7B-9B49-5972-8189-5C462CF69D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52" name="Grupo 51">
                <a:extLst>
                  <a:ext uri="{FF2B5EF4-FFF2-40B4-BE49-F238E27FC236}">
                    <a16:creationId xmlns:a16="http://schemas.microsoft.com/office/drawing/2014/main" id="{E695C05B-8DFD-232A-2802-53844C4A044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8" name="Grupo 57">
                  <a:extLst>
                    <a:ext uri="{FF2B5EF4-FFF2-40B4-BE49-F238E27FC236}">
                      <a16:creationId xmlns:a16="http://schemas.microsoft.com/office/drawing/2014/main" id="{64958B93-28EB-7595-68B2-5DFB97608F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2" name="Conector Reto 61">
                    <a:extLst>
                      <a:ext uri="{FF2B5EF4-FFF2-40B4-BE49-F238E27FC236}">
                        <a16:creationId xmlns:a16="http://schemas.microsoft.com/office/drawing/2014/main" id="{C2DF01BD-D200-F7BA-EF6A-CCFC2734CF2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3" name="Conector Reto 62">
                    <a:extLst>
                      <a:ext uri="{FF2B5EF4-FFF2-40B4-BE49-F238E27FC236}">
                        <a16:creationId xmlns:a16="http://schemas.microsoft.com/office/drawing/2014/main" id="{4F7849D9-51FA-4CBC-B3DB-C68B07F4E62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4" name="Retângulo 30">
                    <a:extLst>
                      <a:ext uri="{FF2B5EF4-FFF2-40B4-BE49-F238E27FC236}">
                        <a16:creationId xmlns:a16="http://schemas.microsoft.com/office/drawing/2014/main" id="{6F230D4B-A629-8B55-3657-A4DF1FD7DB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5" name="Retângulo 30">
                    <a:extLst>
                      <a:ext uri="{FF2B5EF4-FFF2-40B4-BE49-F238E27FC236}">
                        <a16:creationId xmlns:a16="http://schemas.microsoft.com/office/drawing/2014/main" id="{4631441B-F6BE-8473-C5F1-AC0384148F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59" name="Grupo 58">
                  <a:extLst>
                    <a:ext uri="{FF2B5EF4-FFF2-40B4-BE49-F238E27FC236}">
                      <a16:creationId xmlns:a16="http://schemas.microsoft.com/office/drawing/2014/main" id="{C6C7BD15-95B8-3301-5D53-0CC7C00A71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0" name="Forma livre: Forma 57">
                    <a:extLst>
                      <a:ext uri="{FF2B5EF4-FFF2-40B4-BE49-F238E27FC236}">
                        <a16:creationId xmlns:a16="http://schemas.microsoft.com/office/drawing/2014/main" id="{610EA3F2-39BD-B413-E23E-9C3C58BB19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61" name="Forma livre: Forma 58">
                    <a:extLst>
                      <a:ext uri="{FF2B5EF4-FFF2-40B4-BE49-F238E27FC236}">
                        <a16:creationId xmlns:a16="http://schemas.microsoft.com/office/drawing/2014/main" id="{E2DB8265-A1E8-DF31-ABA4-5EDAB208D58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53" name="Grupo 52">
                <a:extLst>
                  <a:ext uri="{FF2B5EF4-FFF2-40B4-BE49-F238E27FC236}">
                    <a16:creationId xmlns:a16="http://schemas.microsoft.com/office/drawing/2014/main" id="{33910432-B89C-46E2-CA42-1FBE85FAFA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4" name="Grupo 53">
                  <a:extLst>
                    <a:ext uri="{FF2B5EF4-FFF2-40B4-BE49-F238E27FC236}">
                      <a16:creationId xmlns:a16="http://schemas.microsoft.com/office/drawing/2014/main" id="{141C035D-3DBF-D302-8196-17BA96930F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6" name="Forma Livre 68">
                    <a:extLst>
                      <a:ext uri="{FF2B5EF4-FFF2-40B4-BE49-F238E27FC236}">
                        <a16:creationId xmlns:a16="http://schemas.microsoft.com/office/drawing/2014/main" id="{2288FE95-A778-114E-ACBB-B1221D104F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7" name="Forma Livre 69">
                    <a:extLst>
                      <a:ext uri="{FF2B5EF4-FFF2-40B4-BE49-F238E27FC236}">
                        <a16:creationId xmlns:a16="http://schemas.microsoft.com/office/drawing/2014/main" id="{3CC1BB6C-56DC-BFFD-AF27-682EEB089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55" name="Linha 70">
                  <a:extLst>
                    <a:ext uri="{FF2B5EF4-FFF2-40B4-BE49-F238E27FC236}">
                      <a16:creationId xmlns:a16="http://schemas.microsoft.com/office/drawing/2014/main" id="{9F57943F-731F-E730-C502-354015CB1A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1" name="Grupo 10">
              <a:extLst>
                <a:ext uri="{FF2B5EF4-FFF2-40B4-BE49-F238E27FC236}">
                  <a16:creationId xmlns:a16="http://schemas.microsoft.com/office/drawing/2014/main" id="{8FCF5F2C-3B9F-086A-DF2F-18B361070F3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2" name="Oval 11">
                <a:extLst>
                  <a:ext uri="{FF2B5EF4-FFF2-40B4-BE49-F238E27FC236}">
                    <a16:creationId xmlns:a16="http://schemas.microsoft.com/office/drawing/2014/main" id="{40E2AC7A-92C2-CEA4-C0E4-1B44651555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nvGrpSpPr>
              <p:cNvPr id="13" name="Grupo 12">
                <a:extLst>
                  <a:ext uri="{FF2B5EF4-FFF2-40B4-BE49-F238E27FC236}">
                    <a16:creationId xmlns:a16="http://schemas.microsoft.com/office/drawing/2014/main" id="{E0A50A76-F51F-E1E0-D894-5C5BD6F28E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8" name="Forma Livre 64">
                  <a:extLst>
                    <a:ext uri="{FF2B5EF4-FFF2-40B4-BE49-F238E27FC236}">
                      <a16:creationId xmlns:a16="http://schemas.microsoft.com/office/drawing/2014/main" id="{3C070FAC-5374-2CC3-F851-42B13416AE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9" name="Forma Livre 81">
                  <a:extLst>
                    <a:ext uri="{FF2B5EF4-FFF2-40B4-BE49-F238E27FC236}">
                      <a16:creationId xmlns:a16="http://schemas.microsoft.com/office/drawing/2014/main" id="{90916BA4-0B1A-79AC-6E63-A741226F80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0" name="Forma Livre 61">
                  <a:extLst>
                    <a:ext uri="{FF2B5EF4-FFF2-40B4-BE49-F238E27FC236}">
                      <a16:creationId xmlns:a16="http://schemas.microsoft.com/office/drawing/2014/main" id="{D5B20AFB-4D06-0070-F28F-7E67D70A8D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1" name="Forma Livre 78">
                  <a:extLst>
                    <a:ext uri="{FF2B5EF4-FFF2-40B4-BE49-F238E27FC236}">
                      <a16:creationId xmlns:a16="http://schemas.microsoft.com/office/drawing/2014/main" id="{F9853C45-1E33-7BF5-8276-AC8D6EA8DC7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2" name="Forma Livre 84">
                  <a:extLst>
                    <a:ext uri="{FF2B5EF4-FFF2-40B4-BE49-F238E27FC236}">
                      <a16:creationId xmlns:a16="http://schemas.microsoft.com/office/drawing/2014/main" id="{BBE66E34-89BD-F29B-5309-4B340EF68F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3" name="Forma Livre 87">
                  <a:extLst>
                    <a:ext uri="{FF2B5EF4-FFF2-40B4-BE49-F238E27FC236}">
                      <a16:creationId xmlns:a16="http://schemas.microsoft.com/office/drawing/2014/main" id="{D7055C4D-5A85-F425-9454-6B77722173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4" name="Forma Livre 60">
                  <a:extLst>
                    <a:ext uri="{FF2B5EF4-FFF2-40B4-BE49-F238E27FC236}">
                      <a16:creationId xmlns:a16="http://schemas.microsoft.com/office/drawing/2014/main" id="{FE0D66C0-7626-6148-4DF1-E11433F730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5" name="Forma Livre 59">
                  <a:extLst>
                    <a:ext uri="{FF2B5EF4-FFF2-40B4-BE49-F238E27FC236}">
                      <a16:creationId xmlns:a16="http://schemas.microsoft.com/office/drawing/2014/main" id="{61BEBD06-28B4-B0D9-B33E-092CEF4595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vre 62">
                  <a:extLst>
                    <a:ext uri="{FF2B5EF4-FFF2-40B4-BE49-F238E27FC236}">
                      <a16:creationId xmlns:a16="http://schemas.microsoft.com/office/drawing/2014/main" id="{AFD9A11F-2223-66B0-FBC7-FE265314E3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vre 65">
                  <a:extLst>
                    <a:ext uri="{FF2B5EF4-FFF2-40B4-BE49-F238E27FC236}">
                      <a16:creationId xmlns:a16="http://schemas.microsoft.com/office/drawing/2014/main" id="{46CFE920-A4B6-F01E-901E-7561F79C77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vre 79">
                  <a:extLst>
                    <a:ext uri="{FF2B5EF4-FFF2-40B4-BE49-F238E27FC236}">
                      <a16:creationId xmlns:a16="http://schemas.microsoft.com/office/drawing/2014/main" id="{00ABE4CD-28B1-56AD-7F67-4436A8DB95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vre 82">
                  <a:extLst>
                    <a:ext uri="{FF2B5EF4-FFF2-40B4-BE49-F238E27FC236}">
                      <a16:creationId xmlns:a16="http://schemas.microsoft.com/office/drawing/2014/main" id="{250C68AE-542D-DF1A-82C3-EE1C6981839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vre 85">
                  <a:extLst>
                    <a:ext uri="{FF2B5EF4-FFF2-40B4-BE49-F238E27FC236}">
                      <a16:creationId xmlns:a16="http://schemas.microsoft.com/office/drawing/2014/main" id="{AB5E25B7-7456-9DC2-119B-1E8AB08FF2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vre 88">
                  <a:extLst>
                    <a:ext uri="{FF2B5EF4-FFF2-40B4-BE49-F238E27FC236}">
                      <a16:creationId xmlns:a16="http://schemas.microsoft.com/office/drawing/2014/main" id="{BC6D39C9-8015-8DFE-12B3-A257F92E91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2" name="Grupo 41">
                  <a:extLst>
                    <a:ext uri="{FF2B5EF4-FFF2-40B4-BE49-F238E27FC236}">
                      <a16:creationId xmlns:a16="http://schemas.microsoft.com/office/drawing/2014/main" id="{EEBDB756-E675-3264-1605-792EC5EF97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3" name="Linha 63">
                    <a:extLst>
                      <a:ext uri="{FF2B5EF4-FFF2-40B4-BE49-F238E27FC236}">
                        <a16:creationId xmlns:a16="http://schemas.microsoft.com/office/drawing/2014/main" id="{B6D25B1A-A38E-A36A-ADB3-72B3EDC48B6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4" name="Linha 66">
                    <a:extLst>
                      <a:ext uri="{FF2B5EF4-FFF2-40B4-BE49-F238E27FC236}">
                        <a16:creationId xmlns:a16="http://schemas.microsoft.com/office/drawing/2014/main" id="{68741054-B65A-B4C9-A603-8BB7E0DBC6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5" name="Linha 67">
                    <a:extLst>
                      <a:ext uri="{FF2B5EF4-FFF2-40B4-BE49-F238E27FC236}">
                        <a16:creationId xmlns:a16="http://schemas.microsoft.com/office/drawing/2014/main" id="{53E14090-BB5A-7098-67B5-D824E11748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6" name="Linha 80">
                    <a:extLst>
                      <a:ext uri="{FF2B5EF4-FFF2-40B4-BE49-F238E27FC236}">
                        <a16:creationId xmlns:a16="http://schemas.microsoft.com/office/drawing/2014/main" id="{94D5DF44-3026-BF68-F105-9F1E0B2BFC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7" name="Linha 83">
                    <a:extLst>
                      <a:ext uri="{FF2B5EF4-FFF2-40B4-BE49-F238E27FC236}">
                        <a16:creationId xmlns:a16="http://schemas.microsoft.com/office/drawing/2014/main" id="{641FADF8-914D-01EC-24B3-F8C2B4F1C9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8" name="Linha 86">
                    <a:extLst>
                      <a:ext uri="{FF2B5EF4-FFF2-40B4-BE49-F238E27FC236}">
                        <a16:creationId xmlns:a16="http://schemas.microsoft.com/office/drawing/2014/main" id="{B702207E-6A8D-87F1-A598-DA5D2113BF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9" name="Linha 89">
                    <a:extLst>
                      <a:ext uri="{FF2B5EF4-FFF2-40B4-BE49-F238E27FC236}">
                        <a16:creationId xmlns:a16="http://schemas.microsoft.com/office/drawing/2014/main" id="{00222A51-5FA7-B34E-C67A-1AABF1FB7A6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4" name="Grupo 13">
                <a:extLst>
                  <a:ext uri="{FF2B5EF4-FFF2-40B4-BE49-F238E27FC236}">
                    <a16:creationId xmlns:a16="http://schemas.microsoft.com/office/drawing/2014/main" id="{CA809619-2671-FE68-269A-B5980838B3B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0" name="Grupo 19">
                  <a:extLst>
                    <a:ext uri="{FF2B5EF4-FFF2-40B4-BE49-F238E27FC236}">
                      <a16:creationId xmlns:a16="http://schemas.microsoft.com/office/drawing/2014/main" id="{AE12CB03-1ECB-CF66-4072-A7385AC921F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4" name="Conector Reto 23">
                    <a:extLst>
                      <a:ext uri="{FF2B5EF4-FFF2-40B4-BE49-F238E27FC236}">
                        <a16:creationId xmlns:a16="http://schemas.microsoft.com/office/drawing/2014/main" id="{C48478E3-1E69-D75A-C983-7920AC68D29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5" name="Conector Reto 24">
                    <a:extLst>
                      <a:ext uri="{FF2B5EF4-FFF2-40B4-BE49-F238E27FC236}">
                        <a16:creationId xmlns:a16="http://schemas.microsoft.com/office/drawing/2014/main" id="{BE78FC6E-4803-3CA9-D31B-401C882F041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6" name="Retângulo 30">
                    <a:extLst>
                      <a:ext uri="{FF2B5EF4-FFF2-40B4-BE49-F238E27FC236}">
                        <a16:creationId xmlns:a16="http://schemas.microsoft.com/office/drawing/2014/main" id="{A4819FD3-E864-E8CA-28B0-58C99C2F38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7" name="Retângulo 30">
                    <a:extLst>
                      <a:ext uri="{FF2B5EF4-FFF2-40B4-BE49-F238E27FC236}">
                        <a16:creationId xmlns:a16="http://schemas.microsoft.com/office/drawing/2014/main" id="{B884F701-C536-2027-B5C2-79F606FBA4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1" name="Grupo 20">
                  <a:extLst>
                    <a:ext uri="{FF2B5EF4-FFF2-40B4-BE49-F238E27FC236}">
                      <a16:creationId xmlns:a16="http://schemas.microsoft.com/office/drawing/2014/main" id="{78D1BFB5-E7EB-C28F-549B-E1995F84DE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2" name="Forma livre: Forma 19">
                    <a:extLst>
                      <a:ext uri="{FF2B5EF4-FFF2-40B4-BE49-F238E27FC236}">
                        <a16:creationId xmlns:a16="http://schemas.microsoft.com/office/drawing/2014/main" id="{3844E194-CBF2-65EA-AF17-382B0267DE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23" name="Forma livre: Forma 20">
                    <a:extLst>
                      <a:ext uri="{FF2B5EF4-FFF2-40B4-BE49-F238E27FC236}">
                        <a16:creationId xmlns:a16="http://schemas.microsoft.com/office/drawing/2014/main" id="{44DFC31A-C703-5C5C-4193-BE8FF2BFF1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5" name="Grupo 14">
                <a:extLst>
                  <a:ext uri="{FF2B5EF4-FFF2-40B4-BE49-F238E27FC236}">
                    <a16:creationId xmlns:a16="http://schemas.microsoft.com/office/drawing/2014/main" id="{889628BF-7186-7A75-0876-89F5B4B1C02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 name="Grupo 15">
                  <a:extLst>
                    <a:ext uri="{FF2B5EF4-FFF2-40B4-BE49-F238E27FC236}">
                      <a16:creationId xmlns:a16="http://schemas.microsoft.com/office/drawing/2014/main" id="{987593C9-FB9C-181D-3CD3-4F54D3970E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8" name="Forma Livre 68">
                    <a:extLst>
                      <a:ext uri="{FF2B5EF4-FFF2-40B4-BE49-F238E27FC236}">
                        <a16:creationId xmlns:a16="http://schemas.microsoft.com/office/drawing/2014/main" id="{F55F6F25-9F5E-91A0-6C43-3C7BF55935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 name="Forma Livre 69">
                    <a:extLst>
                      <a:ext uri="{FF2B5EF4-FFF2-40B4-BE49-F238E27FC236}">
                        <a16:creationId xmlns:a16="http://schemas.microsoft.com/office/drawing/2014/main" id="{7A43BDD5-8103-AA66-DF8D-A371C872FE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7" name="Linha 70">
                  <a:extLst>
                    <a:ext uri="{FF2B5EF4-FFF2-40B4-BE49-F238E27FC236}">
                      <a16:creationId xmlns:a16="http://schemas.microsoft.com/office/drawing/2014/main" id="{E82D7850-57A5-B65A-F9E4-0D7F712F62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91" name="Conector Reto 90">
            <a:extLst>
              <a:ext uri="{FF2B5EF4-FFF2-40B4-BE49-F238E27FC236}">
                <a16:creationId xmlns:a16="http://schemas.microsoft.com/office/drawing/2014/main" id="{C03296DA-EB8F-5AEB-133C-27E46E8ECD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77288" y="3874279"/>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4143898"/>
            <a:ext cx="5852160" cy="1545336"/>
          </a:xfrm>
        </p:spPr>
        <p:txBody>
          <a:bodyPr rtlCol="0" anchor="t"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533291"/>
            <a:ext cx="5852160" cy="3089399"/>
          </a:xfrm>
        </p:spPr>
        <p:txBody>
          <a:bodyPr rtlCol="0" anchor="b" anchorCtr="0">
            <a:normAutofit/>
          </a:bodyPr>
          <a:lstStyle>
            <a:lvl1pPr algn="ctr">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15690315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7056F9D9.xml><?xml version="1.0" encoding="utf-8"?>
<p:sldLayout xmlns:a="http://schemas.openxmlformats.org/drawingml/2006/main" xmlns:r="http://schemas.openxmlformats.org/officeDocument/2006/relationships" xmlns:p="http://schemas.openxmlformats.org/presentationml/2006/main" type="title" preserve="1">
  <p:cSld name="Título 2">
    <p:spTree>
      <p:nvGrpSpPr>
        <p:cNvPr id="1" name=""/>
        <p:cNvGrpSpPr/>
        <p:nvPr/>
      </p:nvGrpSpPr>
      <p:grpSpPr>
        <a:xfrm>
          <a:off x="0" y="0"/>
          <a:ext cx="0" cy="0"/>
          <a:chOff x="0" y="0"/>
          <a:chExt cx="0" cy="0"/>
        </a:xfrm>
      </p:grpSpPr>
      <p:grpSp>
        <p:nvGrpSpPr>
          <p:cNvPr id="8" name="Grupo 7">
            <a:extLst>
              <a:ext uri="{FF2B5EF4-FFF2-40B4-BE49-F238E27FC236}">
                <a16:creationId xmlns:a16="http://schemas.microsoft.com/office/drawing/2014/main" id="{F2D4ACAB-F8A8-4D48-2267-05B79149FD0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9" name="Grupo 8">
              <a:extLst>
                <a:ext uri="{FF2B5EF4-FFF2-40B4-BE49-F238E27FC236}">
                  <a16:creationId xmlns:a16="http://schemas.microsoft.com/office/drawing/2014/main" id="{8279BD0B-60A9-D1DD-9E49-65CB74D316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5" name="Grupo 14">
                <a:extLst>
                  <a:ext uri="{FF2B5EF4-FFF2-40B4-BE49-F238E27FC236}">
                    <a16:creationId xmlns:a16="http://schemas.microsoft.com/office/drawing/2014/main" id="{320E17F3-D288-7E15-C3D5-872E1C3C36D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9" name="Conector Reto 18">
                  <a:extLst>
                    <a:ext uri="{FF2B5EF4-FFF2-40B4-BE49-F238E27FC236}">
                      <a16:creationId xmlns:a16="http://schemas.microsoft.com/office/drawing/2014/main" id="{A1564520-0A43-07BF-A598-3511E1674A5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0" name="Conector Reto 19">
                  <a:extLst>
                    <a:ext uri="{FF2B5EF4-FFF2-40B4-BE49-F238E27FC236}">
                      <a16:creationId xmlns:a16="http://schemas.microsoft.com/office/drawing/2014/main" id="{B0D642F9-3D48-CD91-A0F8-9E461E94657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tângulo 30">
                  <a:extLst>
                    <a:ext uri="{FF2B5EF4-FFF2-40B4-BE49-F238E27FC236}">
                      <a16:creationId xmlns:a16="http://schemas.microsoft.com/office/drawing/2014/main" id="{A8F5072D-6DFA-6D8C-1908-6DA907D45F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tângulo 30">
                  <a:extLst>
                    <a:ext uri="{FF2B5EF4-FFF2-40B4-BE49-F238E27FC236}">
                      <a16:creationId xmlns:a16="http://schemas.microsoft.com/office/drawing/2014/main" id="{CB4BF53F-8A4B-6CEF-2E62-E5620C9FE4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6" name="Grupo 15">
                <a:extLst>
                  <a:ext uri="{FF2B5EF4-FFF2-40B4-BE49-F238E27FC236}">
                    <a16:creationId xmlns:a16="http://schemas.microsoft.com/office/drawing/2014/main" id="{5B200D10-C15C-F3AF-B0A2-414BCC8657D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 name="Forma livre: Forma 101">
                  <a:extLst>
                    <a:ext uri="{FF2B5EF4-FFF2-40B4-BE49-F238E27FC236}">
                      <a16:creationId xmlns:a16="http://schemas.microsoft.com/office/drawing/2014/main" id="{86CB3DEE-F32B-D601-7B07-B49738AB77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8" name="Forma livre: Forma 102">
                  <a:extLst>
                    <a:ext uri="{FF2B5EF4-FFF2-40B4-BE49-F238E27FC236}">
                      <a16:creationId xmlns:a16="http://schemas.microsoft.com/office/drawing/2014/main" id="{8152C998-45C7-CA42-4DB3-64976DD97A8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0" name="Grupo 9">
              <a:extLst>
                <a:ext uri="{FF2B5EF4-FFF2-40B4-BE49-F238E27FC236}">
                  <a16:creationId xmlns:a16="http://schemas.microsoft.com/office/drawing/2014/main" id="{F071EAF9-A586-D7A6-CC2C-09D3AE1030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1" name="Grupo 10">
                <a:extLst>
                  <a:ext uri="{FF2B5EF4-FFF2-40B4-BE49-F238E27FC236}">
                    <a16:creationId xmlns:a16="http://schemas.microsoft.com/office/drawing/2014/main" id="{ADDB901B-65D7-B089-B6C7-A959566B12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 name="Forma Livre 68">
                  <a:extLst>
                    <a:ext uri="{FF2B5EF4-FFF2-40B4-BE49-F238E27FC236}">
                      <a16:creationId xmlns:a16="http://schemas.microsoft.com/office/drawing/2014/main" id="{11C5248D-C98F-1D5C-9025-80E5CC4E88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vre 69">
                  <a:extLst>
                    <a:ext uri="{FF2B5EF4-FFF2-40B4-BE49-F238E27FC236}">
                      <a16:creationId xmlns:a16="http://schemas.microsoft.com/office/drawing/2014/main" id="{F294E533-DB35-FA0C-75A7-4BEDE1E405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2" name="Linha 70">
                <a:extLst>
                  <a:ext uri="{FF2B5EF4-FFF2-40B4-BE49-F238E27FC236}">
                    <a16:creationId xmlns:a16="http://schemas.microsoft.com/office/drawing/2014/main" id="{3A962B92-0778-C53C-DFA5-2649ACD5E06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cxnSp>
        <p:nvCxnSpPr>
          <p:cNvPr id="38" name="Conector Reto 37">
            <a:extLst>
              <a:ext uri="{FF2B5EF4-FFF2-40B4-BE49-F238E27FC236}">
                <a16:creationId xmlns:a16="http://schemas.microsoft.com/office/drawing/2014/main" id="{FDC5DE84-575E-AC44-63E5-8EE708B949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657600" y="469052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50" name="Grupo 49">
            <a:extLst>
              <a:ext uri="{FF2B5EF4-FFF2-40B4-BE49-F238E27FC236}">
                <a16:creationId xmlns:a16="http://schemas.microsoft.com/office/drawing/2014/main" id="{83B07C71-AFC3-4B42-F041-22EF11C1F2B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51" name="Grupo 50">
              <a:extLst>
                <a:ext uri="{FF2B5EF4-FFF2-40B4-BE49-F238E27FC236}">
                  <a16:creationId xmlns:a16="http://schemas.microsoft.com/office/drawing/2014/main" id="{BDF1CE82-5D0F-530E-B3CB-FAF3620B5E1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7" name="Grupo 56">
                <a:extLst>
                  <a:ext uri="{FF2B5EF4-FFF2-40B4-BE49-F238E27FC236}">
                    <a16:creationId xmlns:a16="http://schemas.microsoft.com/office/drawing/2014/main" id="{2638DCAC-033B-4CD1-B938-F1F9D254B7D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1" name="Conector Reto 60">
                  <a:extLst>
                    <a:ext uri="{FF2B5EF4-FFF2-40B4-BE49-F238E27FC236}">
                      <a16:creationId xmlns:a16="http://schemas.microsoft.com/office/drawing/2014/main" id="{72DCE3D9-B14E-CEA4-DB3A-CD8E93F7A99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2" name="Conector Reto 61">
                  <a:extLst>
                    <a:ext uri="{FF2B5EF4-FFF2-40B4-BE49-F238E27FC236}">
                      <a16:creationId xmlns:a16="http://schemas.microsoft.com/office/drawing/2014/main" id="{63D16014-42BA-4B29-745C-6781DB3B4DD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3" name="Retângulo 30">
                  <a:extLst>
                    <a:ext uri="{FF2B5EF4-FFF2-40B4-BE49-F238E27FC236}">
                      <a16:creationId xmlns:a16="http://schemas.microsoft.com/office/drawing/2014/main" id="{536EBB1C-CF9D-8A12-101D-947E868ABF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4" name="Retângulo 30">
                  <a:extLst>
                    <a:ext uri="{FF2B5EF4-FFF2-40B4-BE49-F238E27FC236}">
                      <a16:creationId xmlns:a16="http://schemas.microsoft.com/office/drawing/2014/main" id="{7E5E57E7-5A79-55BC-F0F1-B6F5ACAEED6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58" name="Grupo 57">
                <a:extLst>
                  <a:ext uri="{FF2B5EF4-FFF2-40B4-BE49-F238E27FC236}">
                    <a16:creationId xmlns:a16="http://schemas.microsoft.com/office/drawing/2014/main" id="{5C81C977-8115-5816-E66F-7E0B849FD4F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9" name="Forma livre: Forma 116">
                  <a:extLst>
                    <a:ext uri="{FF2B5EF4-FFF2-40B4-BE49-F238E27FC236}">
                      <a16:creationId xmlns:a16="http://schemas.microsoft.com/office/drawing/2014/main" id="{41A0B1B1-8E48-65FD-9C64-5DCC6A3FAE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60" name="Forma livre: Forma 117">
                  <a:extLst>
                    <a:ext uri="{FF2B5EF4-FFF2-40B4-BE49-F238E27FC236}">
                      <a16:creationId xmlns:a16="http://schemas.microsoft.com/office/drawing/2014/main" id="{BB44FE1B-4F9C-5C4E-6949-63941C1A8D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52" name="Grupo 51">
              <a:extLst>
                <a:ext uri="{FF2B5EF4-FFF2-40B4-BE49-F238E27FC236}">
                  <a16:creationId xmlns:a16="http://schemas.microsoft.com/office/drawing/2014/main" id="{E6840146-90BC-4C77-6D49-8F1E8AF68754}"/>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3" name="Grupo 52">
                <a:extLst>
                  <a:ext uri="{FF2B5EF4-FFF2-40B4-BE49-F238E27FC236}">
                    <a16:creationId xmlns:a16="http://schemas.microsoft.com/office/drawing/2014/main" id="{38E5F249-811C-ADD6-A33E-C5ACB5F3B9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5" name="Forma Livre 68">
                  <a:extLst>
                    <a:ext uri="{FF2B5EF4-FFF2-40B4-BE49-F238E27FC236}">
                      <a16:creationId xmlns:a16="http://schemas.microsoft.com/office/drawing/2014/main" id="{4B642DC8-9DF5-22EE-211E-EF4C4D53E6C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6" name="Forma Livre 69">
                  <a:extLst>
                    <a:ext uri="{FF2B5EF4-FFF2-40B4-BE49-F238E27FC236}">
                      <a16:creationId xmlns:a16="http://schemas.microsoft.com/office/drawing/2014/main" id="{75B1942E-DFF7-CB44-9A29-ABD0C32FA2B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54" name="Linha 70">
                <a:extLst>
                  <a:ext uri="{FF2B5EF4-FFF2-40B4-BE49-F238E27FC236}">
                    <a16:creationId xmlns:a16="http://schemas.microsoft.com/office/drawing/2014/main" id="{950CFC66-DC5A-C4F9-1C85-072090A03410}"/>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474720" y="4966272"/>
            <a:ext cx="7375466" cy="1014984"/>
          </a:xfrm>
        </p:spPr>
        <p:txBody>
          <a:bodyPr rtlCol="0" anchor="t">
            <a:normAutofit/>
          </a:bodyPr>
          <a:lstStyle>
            <a:lvl1pPr marL="0" indent="0" algn="l">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3474720" y="854239"/>
            <a:ext cx="7876287" cy="3592629"/>
          </a:xfrm>
        </p:spPr>
        <p:txBody>
          <a:bodyPr rtlCol="0" anchor="b" anchorCtr="0">
            <a:normAutofit/>
          </a:bodyPr>
          <a:lstStyle>
            <a:lvl1pPr algn="l">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18847482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3_CF9EAEF2.xml><?xml version="1.0" encoding="utf-8"?>
<p:sldLayout xmlns:a="http://schemas.openxmlformats.org/drawingml/2006/main" xmlns:r="http://schemas.openxmlformats.org/officeDocument/2006/relationships" xmlns:p="http://schemas.openxmlformats.org/presentationml/2006/main" type="title" preserve="1">
  <p:cSld name="Título 3">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7F2EA6EE-583B-9CB1-ED38-C8C155E0E284}"/>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5" name="Grupo 4">
              <a:extLst>
                <a:ext uri="{FF2B5EF4-FFF2-40B4-BE49-F238E27FC236}">
                  <a16:creationId xmlns:a16="http://schemas.microsoft.com/office/drawing/2014/main" id="{24D2A0AA-2FC3-2E73-2AD8-EE703CB19DE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109" name="Forma Livre 64">
                <a:extLst>
                  <a:ext uri="{FF2B5EF4-FFF2-40B4-BE49-F238E27FC236}">
                    <a16:creationId xmlns:a16="http://schemas.microsoft.com/office/drawing/2014/main" id="{4331904F-F6B2-F60E-62DD-98E499329F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0" name="Forma Livre 81">
                <a:extLst>
                  <a:ext uri="{FF2B5EF4-FFF2-40B4-BE49-F238E27FC236}">
                    <a16:creationId xmlns:a16="http://schemas.microsoft.com/office/drawing/2014/main" id="{CA31659A-9E79-2F24-79B3-10DC666EAD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1" name="Forma Livre 61">
                <a:extLst>
                  <a:ext uri="{FF2B5EF4-FFF2-40B4-BE49-F238E27FC236}">
                    <a16:creationId xmlns:a16="http://schemas.microsoft.com/office/drawing/2014/main" id="{A3C27673-9CDE-753E-28D3-C15171A4BD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2" name="Forma Livre 78">
                <a:extLst>
                  <a:ext uri="{FF2B5EF4-FFF2-40B4-BE49-F238E27FC236}">
                    <a16:creationId xmlns:a16="http://schemas.microsoft.com/office/drawing/2014/main" id="{6B120809-D1AA-FF6F-BB07-2D898730A08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3" name="Forma Livre 84">
                <a:extLst>
                  <a:ext uri="{FF2B5EF4-FFF2-40B4-BE49-F238E27FC236}">
                    <a16:creationId xmlns:a16="http://schemas.microsoft.com/office/drawing/2014/main" id="{C74C572C-D182-8024-74C7-A3DCCFCA70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4" name="Forma Livre 87">
                <a:extLst>
                  <a:ext uri="{FF2B5EF4-FFF2-40B4-BE49-F238E27FC236}">
                    <a16:creationId xmlns:a16="http://schemas.microsoft.com/office/drawing/2014/main" id="{E49BABEE-ADFA-6C29-DC65-86B3432BF1B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5" name="Forma Livre 60">
                <a:extLst>
                  <a:ext uri="{FF2B5EF4-FFF2-40B4-BE49-F238E27FC236}">
                    <a16:creationId xmlns:a16="http://schemas.microsoft.com/office/drawing/2014/main" id="{D8862DC5-C8D1-ABBC-9A31-02EA600B4C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6" name="Forma Livre 59">
                <a:extLst>
                  <a:ext uri="{FF2B5EF4-FFF2-40B4-BE49-F238E27FC236}">
                    <a16:creationId xmlns:a16="http://schemas.microsoft.com/office/drawing/2014/main" id="{76C1BBB5-9D90-97BE-5762-6532F9A65C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7" name="Forma Livre 62">
                <a:extLst>
                  <a:ext uri="{FF2B5EF4-FFF2-40B4-BE49-F238E27FC236}">
                    <a16:creationId xmlns:a16="http://schemas.microsoft.com/office/drawing/2014/main" id="{D12D760B-A163-4768-6ACB-7592FD80E3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8" name="Forma Livre 65">
                <a:extLst>
                  <a:ext uri="{FF2B5EF4-FFF2-40B4-BE49-F238E27FC236}">
                    <a16:creationId xmlns:a16="http://schemas.microsoft.com/office/drawing/2014/main" id="{1443DC88-3D62-DE22-9118-C4AF662760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9" name="Forma Livre 79">
                <a:extLst>
                  <a:ext uri="{FF2B5EF4-FFF2-40B4-BE49-F238E27FC236}">
                    <a16:creationId xmlns:a16="http://schemas.microsoft.com/office/drawing/2014/main" id="{84BEFE0C-3E59-AC68-A178-5B0FAA9650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0" name="Forma Livre 82">
                <a:extLst>
                  <a:ext uri="{FF2B5EF4-FFF2-40B4-BE49-F238E27FC236}">
                    <a16:creationId xmlns:a16="http://schemas.microsoft.com/office/drawing/2014/main" id="{43738054-ECB0-225A-2EE4-AB6FF92D834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1" name="Forma Livre 85">
                <a:extLst>
                  <a:ext uri="{FF2B5EF4-FFF2-40B4-BE49-F238E27FC236}">
                    <a16:creationId xmlns:a16="http://schemas.microsoft.com/office/drawing/2014/main" id="{0064E701-83A2-9FAE-C5F0-B05384CB42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2" name="Forma Livre 88">
                <a:extLst>
                  <a:ext uri="{FF2B5EF4-FFF2-40B4-BE49-F238E27FC236}">
                    <a16:creationId xmlns:a16="http://schemas.microsoft.com/office/drawing/2014/main" id="{CEDC6506-A8B7-9564-6DD6-6BFF0CD1B4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23" name="Grupo 122">
                <a:extLst>
                  <a:ext uri="{FF2B5EF4-FFF2-40B4-BE49-F238E27FC236}">
                    <a16:creationId xmlns:a16="http://schemas.microsoft.com/office/drawing/2014/main" id="{6D7969DC-C326-3F5B-7135-66C6127097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24" name="Linha 63">
                  <a:extLst>
                    <a:ext uri="{FF2B5EF4-FFF2-40B4-BE49-F238E27FC236}">
                      <a16:creationId xmlns:a16="http://schemas.microsoft.com/office/drawing/2014/main" id="{7A26AD15-46BA-A950-71C7-77B5A9462B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5" name="Linha 66">
                  <a:extLst>
                    <a:ext uri="{FF2B5EF4-FFF2-40B4-BE49-F238E27FC236}">
                      <a16:creationId xmlns:a16="http://schemas.microsoft.com/office/drawing/2014/main" id="{67AD311D-CAA4-01BD-DCB1-F3E520637C7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6" name="Linha 67">
                  <a:extLst>
                    <a:ext uri="{FF2B5EF4-FFF2-40B4-BE49-F238E27FC236}">
                      <a16:creationId xmlns:a16="http://schemas.microsoft.com/office/drawing/2014/main" id="{F0FA478C-34ED-B03C-460E-7635C31B4F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7" name="Linha 80">
                  <a:extLst>
                    <a:ext uri="{FF2B5EF4-FFF2-40B4-BE49-F238E27FC236}">
                      <a16:creationId xmlns:a16="http://schemas.microsoft.com/office/drawing/2014/main" id="{E4906E5C-7CBA-0F2A-C536-8ADE7227FC0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8" name="Linha 83">
                  <a:extLst>
                    <a:ext uri="{FF2B5EF4-FFF2-40B4-BE49-F238E27FC236}">
                      <a16:creationId xmlns:a16="http://schemas.microsoft.com/office/drawing/2014/main" id="{C97D58EA-A981-B3E4-301C-BF8AC2EAFE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9" name="Linha 86">
                  <a:extLst>
                    <a:ext uri="{FF2B5EF4-FFF2-40B4-BE49-F238E27FC236}">
                      <a16:creationId xmlns:a16="http://schemas.microsoft.com/office/drawing/2014/main" id="{08DBCA62-D06F-EDEF-06A1-75C9F3A10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30" name="Linha 89">
                  <a:extLst>
                    <a:ext uri="{FF2B5EF4-FFF2-40B4-BE49-F238E27FC236}">
                      <a16:creationId xmlns:a16="http://schemas.microsoft.com/office/drawing/2014/main" id="{06032994-E77B-11A6-A7DB-F0C078DF03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6" name="Grupo 5">
              <a:extLst>
                <a:ext uri="{FF2B5EF4-FFF2-40B4-BE49-F238E27FC236}">
                  <a16:creationId xmlns:a16="http://schemas.microsoft.com/office/drawing/2014/main" id="{8B14A183-6F74-E90F-31AE-B35BA19C699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01" name="Grupo 100">
                <a:extLst>
                  <a:ext uri="{FF2B5EF4-FFF2-40B4-BE49-F238E27FC236}">
                    <a16:creationId xmlns:a16="http://schemas.microsoft.com/office/drawing/2014/main" id="{0BF97D4E-D91C-5FC3-5E31-D46860BA940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5" name="Conector Reto 104">
                  <a:extLst>
                    <a:ext uri="{FF2B5EF4-FFF2-40B4-BE49-F238E27FC236}">
                      <a16:creationId xmlns:a16="http://schemas.microsoft.com/office/drawing/2014/main" id="{D1FC6DBA-D4EB-D839-0D43-8CC49516547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6" name="Conector Reto 105">
                  <a:extLst>
                    <a:ext uri="{FF2B5EF4-FFF2-40B4-BE49-F238E27FC236}">
                      <a16:creationId xmlns:a16="http://schemas.microsoft.com/office/drawing/2014/main" id="{165380AC-A9ED-77C8-87CB-EC7EDC77373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7" name="Retângulo 30">
                  <a:extLst>
                    <a:ext uri="{FF2B5EF4-FFF2-40B4-BE49-F238E27FC236}">
                      <a16:creationId xmlns:a16="http://schemas.microsoft.com/office/drawing/2014/main" id="{4A057B86-28DB-459D-CB0E-17A8D2353E2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8" name="Retângulo 30">
                  <a:extLst>
                    <a:ext uri="{FF2B5EF4-FFF2-40B4-BE49-F238E27FC236}">
                      <a16:creationId xmlns:a16="http://schemas.microsoft.com/office/drawing/2014/main" id="{B88AD41D-07C8-86F5-7BF5-94C790D160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02" name="Grupo 101">
                <a:extLst>
                  <a:ext uri="{FF2B5EF4-FFF2-40B4-BE49-F238E27FC236}">
                    <a16:creationId xmlns:a16="http://schemas.microsoft.com/office/drawing/2014/main" id="{77FD4F43-427D-12C8-0E17-3840E97A338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3" name="Forma livre: Forma 31">
                  <a:extLst>
                    <a:ext uri="{FF2B5EF4-FFF2-40B4-BE49-F238E27FC236}">
                      <a16:creationId xmlns:a16="http://schemas.microsoft.com/office/drawing/2014/main" id="{52C20785-7856-8DC3-B634-39856BBC7E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04" name="Forma livre: Forma 32">
                  <a:extLst>
                    <a:ext uri="{FF2B5EF4-FFF2-40B4-BE49-F238E27FC236}">
                      <a16:creationId xmlns:a16="http://schemas.microsoft.com/office/drawing/2014/main" id="{81440AE1-2191-A55D-E304-5C4E7A6FD2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7" name="Grupo 6">
              <a:extLst>
                <a:ext uri="{FF2B5EF4-FFF2-40B4-BE49-F238E27FC236}">
                  <a16:creationId xmlns:a16="http://schemas.microsoft.com/office/drawing/2014/main" id="{65A6EDC0-7A42-50B6-0B6A-FC6B5CCF89F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8" name="Grupo 7">
                <a:extLst>
                  <a:ext uri="{FF2B5EF4-FFF2-40B4-BE49-F238E27FC236}">
                    <a16:creationId xmlns:a16="http://schemas.microsoft.com/office/drawing/2014/main" id="{3B5DB4F3-2A6D-D89F-2C1B-AAC2545353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3" name="Forma Livre 68">
                  <a:extLst>
                    <a:ext uri="{FF2B5EF4-FFF2-40B4-BE49-F238E27FC236}">
                      <a16:creationId xmlns:a16="http://schemas.microsoft.com/office/drawing/2014/main" id="{9DE85A21-2E89-D47D-6084-5F3E42D26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vre 69">
                  <a:extLst>
                    <a:ext uri="{FF2B5EF4-FFF2-40B4-BE49-F238E27FC236}">
                      <a16:creationId xmlns:a16="http://schemas.microsoft.com/office/drawing/2014/main" id="{E5CC6B9E-961A-8F0A-4B21-3EDC567B76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0" name="Linha 70">
                  <a:extLst>
                    <a:ext uri="{FF2B5EF4-FFF2-40B4-BE49-F238E27FC236}">
                      <a16:creationId xmlns:a16="http://schemas.microsoft.com/office/drawing/2014/main" id="{4D8CDF78-7A5A-8540-8D00-07C8963EB7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9" name="Grupo 8">
                <a:extLst>
                  <a:ext uri="{FF2B5EF4-FFF2-40B4-BE49-F238E27FC236}">
                    <a16:creationId xmlns:a16="http://schemas.microsoft.com/office/drawing/2014/main" id="{1F4A7F54-1649-09B5-B530-1E870B6A85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0" name="Forma Livre 68">
                  <a:extLst>
                    <a:ext uri="{FF2B5EF4-FFF2-40B4-BE49-F238E27FC236}">
                      <a16:creationId xmlns:a16="http://schemas.microsoft.com/office/drawing/2014/main" id="{830610D3-1CEE-5BD2-6DA8-CCF29709AD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vre 69">
                  <a:extLst>
                    <a:ext uri="{FF2B5EF4-FFF2-40B4-BE49-F238E27FC236}">
                      <a16:creationId xmlns:a16="http://schemas.microsoft.com/office/drawing/2014/main" id="{019674EC-148D-A2DB-6D76-682679AEC6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Linha 70">
                  <a:extLst>
                    <a:ext uri="{FF2B5EF4-FFF2-40B4-BE49-F238E27FC236}">
                      <a16:creationId xmlns:a16="http://schemas.microsoft.com/office/drawing/2014/main" id="{9359613E-31DC-1391-7C73-C028F5EDD3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grpSp>
        <p:nvGrpSpPr>
          <p:cNvPr id="131" name="Grupo 130">
            <a:extLst>
              <a:ext uri="{FF2B5EF4-FFF2-40B4-BE49-F238E27FC236}">
                <a16:creationId xmlns:a16="http://schemas.microsoft.com/office/drawing/2014/main" id="{3946478E-FC4D-66E4-1926-E74FB0809178}"/>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132" name="Grupo 131">
              <a:extLst>
                <a:ext uri="{FF2B5EF4-FFF2-40B4-BE49-F238E27FC236}">
                  <a16:creationId xmlns:a16="http://schemas.microsoft.com/office/drawing/2014/main" id="{1D60F00F-314A-856A-E9D9-6067684C27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151" name="Forma Livre 64">
                <a:extLst>
                  <a:ext uri="{FF2B5EF4-FFF2-40B4-BE49-F238E27FC236}">
                    <a16:creationId xmlns:a16="http://schemas.microsoft.com/office/drawing/2014/main" id="{EEFB2243-A614-B80C-B955-D0D5FFDA78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2" name="Forma Livre 81">
                <a:extLst>
                  <a:ext uri="{FF2B5EF4-FFF2-40B4-BE49-F238E27FC236}">
                    <a16:creationId xmlns:a16="http://schemas.microsoft.com/office/drawing/2014/main" id="{096B6BFF-3AC9-463C-CC65-558294EE22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3" name="Forma Livre 61">
                <a:extLst>
                  <a:ext uri="{FF2B5EF4-FFF2-40B4-BE49-F238E27FC236}">
                    <a16:creationId xmlns:a16="http://schemas.microsoft.com/office/drawing/2014/main" id="{F5BCA2A8-B3F7-5696-8D09-8B8FF70570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4" name="Forma Livre 78">
                <a:extLst>
                  <a:ext uri="{FF2B5EF4-FFF2-40B4-BE49-F238E27FC236}">
                    <a16:creationId xmlns:a16="http://schemas.microsoft.com/office/drawing/2014/main" id="{996156F6-87AD-1B4A-A47F-B0F0F8C1C4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5" name="Forma Livre 84">
                <a:extLst>
                  <a:ext uri="{FF2B5EF4-FFF2-40B4-BE49-F238E27FC236}">
                    <a16:creationId xmlns:a16="http://schemas.microsoft.com/office/drawing/2014/main" id="{C44246DF-9D6A-125B-85A6-8DEE4C19E2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6" name="Forma Livre 87">
                <a:extLst>
                  <a:ext uri="{FF2B5EF4-FFF2-40B4-BE49-F238E27FC236}">
                    <a16:creationId xmlns:a16="http://schemas.microsoft.com/office/drawing/2014/main" id="{3F161EC5-D40C-68DF-7A82-85AC0B2EA3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7" name="Forma Livre 60">
                <a:extLst>
                  <a:ext uri="{FF2B5EF4-FFF2-40B4-BE49-F238E27FC236}">
                    <a16:creationId xmlns:a16="http://schemas.microsoft.com/office/drawing/2014/main" id="{E829B76D-EE03-4045-0413-F2DDF6E4581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8" name="Forma Livre 59">
                <a:extLst>
                  <a:ext uri="{FF2B5EF4-FFF2-40B4-BE49-F238E27FC236}">
                    <a16:creationId xmlns:a16="http://schemas.microsoft.com/office/drawing/2014/main" id="{4110166E-2491-A655-6879-2C149957A4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9" name="Forma Livre 62">
                <a:extLst>
                  <a:ext uri="{FF2B5EF4-FFF2-40B4-BE49-F238E27FC236}">
                    <a16:creationId xmlns:a16="http://schemas.microsoft.com/office/drawing/2014/main" id="{797E181A-2633-1987-A6A6-9F4FF73C0C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0" name="Forma Livre 65">
                <a:extLst>
                  <a:ext uri="{FF2B5EF4-FFF2-40B4-BE49-F238E27FC236}">
                    <a16:creationId xmlns:a16="http://schemas.microsoft.com/office/drawing/2014/main" id="{DE4F1B65-F266-5FC5-01C7-95E6AEB897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1" name="Forma Livre 79">
                <a:extLst>
                  <a:ext uri="{FF2B5EF4-FFF2-40B4-BE49-F238E27FC236}">
                    <a16:creationId xmlns:a16="http://schemas.microsoft.com/office/drawing/2014/main" id="{E6756D0B-82C1-03ED-8CBE-BC5C6C69CA7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2" name="Forma Livre 82">
                <a:extLst>
                  <a:ext uri="{FF2B5EF4-FFF2-40B4-BE49-F238E27FC236}">
                    <a16:creationId xmlns:a16="http://schemas.microsoft.com/office/drawing/2014/main" id="{EFE48CE2-1346-3D9A-94B4-F5163CFE0F7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3" name="Forma Livre 85">
                <a:extLst>
                  <a:ext uri="{FF2B5EF4-FFF2-40B4-BE49-F238E27FC236}">
                    <a16:creationId xmlns:a16="http://schemas.microsoft.com/office/drawing/2014/main" id="{50EBE132-F118-4795-6DAB-BB5124CFD17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4" name="Forma Livre 88">
                <a:extLst>
                  <a:ext uri="{FF2B5EF4-FFF2-40B4-BE49-F238E27FC236}">
                    <a16:creationId xmlns:a16="http://schemas.microsoft.com/office/drawing/2014/main" id="{4116EA0C-6286-94AB-D7B1-E70EBCE7D5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65" name="Grupo 164">
                <a:extLst>
                  <a:ext uri="{FF2B5EF4-FFF2-40B4-BE49-F238E27FC236}">
                    <a16:creationId xmlns:a16="http://schemas.microsoft.com/office/drawing/2014/main" id="{DB68DB1A-8688-C1F9-D548-F4B2C4EF2C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66" name="Linha 63">
                  <a:extLst>
                    <a:ext uri="{FF2B5EF4-FFF2-40B4-BE49-F238E27FC236}">
                      <a16:creationId xmlns:a16="http://schemas.microsoft.com/office/drawing/2014/main" id="{844587EA-6D48-3080-73F2-4D0BD8B3EA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7" name="Linha 66">
                  <a:extLst>
                    <a:ext uri="{FF2B5EF4-FFF2-40B4-BE49-F238E27FC236}">
                      <a16:creationId xmlns:a16="http://schemas.microsoft.com/office/drawing/2014/main" id="{DC2986B4-6FB3-733A-C32F-8A25A6A61B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8" name="Linha 67">
                  <a:extLst>
                    <a:ext uri="{FF2B5EF4-FFF2-40B4-BE49-F238E27FC236}">
                      <a16:creationId xmlns:a16="http://schemas.microsoft.com/office/drawing/2014/main" id="{74CBA34B-5B4E-1893-7F95-C719EB9F2A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9" name="Linha 80">
                  <a:extLst>
                    <a:ext uri="{FF2B5EF4-FFF2-40B4-BE49-F238E27FC236}">
                      <a16:creationId xmlns:a16="http://schemas.microsoft.com/office/drawing/2014/main" id="{EBB9AF3B-99F7-1CD2-B6FC-3832E31034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70" name="Linha 83">
                  <a:extLst>
                    <a:ext uri="{FF2B5EF4-FFF2-40B4-BE49-F238E27FC236}">
                      <a16:creationId xmlns:a16="http://schemas.microsoft.com/office/drawing/2014/main" id="{6BC9DC96-72AE-FC31-DCAE-AC9D9D851E0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71" name="Linha 86">
                  <a:extLst>
                    <a:ext uri="{FF2B5EF4-FFF2-40B4-BE49-F238E27FC236}">
                      <a16:creationId xmlns:a16="http://schemas.microsoft.com/office/drawing/2014/main" id="{ECA69BCC-FD73-270A-801C-2C75871E16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72" name="Linha 89">
                  <a:extLst>
                    <a:ext uri="{FF2B5EF4-FFF2-40B4-BE49-F238E27FC236}">
                      <a16:creationId xmlns:a16="http://schemas.microsoft.com/office/drawing/2014/main" id="{B6E2338A-38B0-B990-0E5E-BBFC3555D9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33" name="Grupo 132">
              <a:extLst>
                <a:ext uri="{FF2B5EF4-FFF2-40B4-BE49-F238E27FC236}">
                  <a16:creationId xmlns:a16="http://schemas.microsoft.com/office/drawing/2014/main" id="{FE17FF2C-4E8C-DCC0-047C-72850556294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43" name="Grupo 142">
                <a:extLst>
                  <a:ext uri="{FF2B5EF4-FFF2-40B4-BE49-F238E27FC236}">
                    <a16:creationId xmlns:a16="http://schemas.microsoft.com/office/drawing/2014/main" id="{B9838957-E766-2286-F0E0-E8AA64CF82F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7" name="Conector Reto 146">
                  <a:extLst>
                    <a:ext uri="{FF2B5EF4-FFF2-40B4-BE49-F238E27FC236}">
                      <a16:creationId xmlns:a16="http://schemas.microsoft.com/office/drawing/2014/main" id="{6004B92B-95CD-6CB7-1293-CA5AEFF1FF1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8" name="Conector Reto 147">
                  <a:extLst>
                    <a:ext uri="{FF2B5EF4-FFF2-40B4-BE49-F238E27FC236}">
                      <a16:creationId xmlns:a16="http://schemas.microsoft.com/office/drawing/2014/main" id="{465ED323-24D6-AF71-2276-B69E499F1BC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9" name="Retângulo 30">
                  <a:extLst>
                    <a:ext uri="{FF2B5EF4-FFF2-40B4-BE49-F238E27FC236}">
                      <a16:creationId xmlns:a16="http://schemas.microsoft.com/office/drawing/2014/main" id="{7AB49ECD-07D1-906C-28BA-1F05904E2D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0" name="Retângulo 30">
                  <a:extLst>
                    <a:ext uri="{FF2B5EF4-FFF2-40B4-BE49-F238E27FC236}">
                      <a16:creationId xmlns:a16="http://schemas.microsoft.com/office/drawing/2014/main" id="{553F1C08-09C1-09DC-DE9F-6744606EBA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44" name="Grupo 143">
                <a:extLst>
                  <a:ext uri="{FF2B5EF4-FFF2-40B4-BE49-F238E27FC236}">
                    <a16:creationId xmlns:a16="http://schemas.microsoft.com/office/drawing/2014/main" id="{2E9293D8-3769-FF38-84B1-27DB4537DC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5" name="Forma Livre: Forma 73">
                  <a:extLst>
                    <a:ext uri="{FF2B5EF4-FFF2-40B4-BE49-F238E27FC236}">
                      <a16:creationId xmlns:a16="http://schemas.microsoft.com/office/drawing/2014/main" id="{27277C88-78C8-3D7B-2052-2C25C90B5F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46" name="Forma livre: Forma 74">
                  <a:extLst>
                    <a:ext uri="{FF2B5EF4-FFF2-40B4-BE49-F238E27FC236}">
                      <a16:creationId xmlns:a16="http://schemas.microsoft.com/office/drawing/2014/main" id="{A03A0507-C0B1-3923-F407-64C405A1EE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34" name="Grupo 133">
              <a:extLst>
                <a:ext uri="{FF2B5EF4-FFF2-40B4-BE49-F238E27FC236}">
                  <a16:creationId xmlns:a16="http://schemas.microsoft.com/office/drawing/2014/main" id="{A83717D6-6455-C96D-C84D-4DD40D033B0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35" name="Grupo 134">
                <a:extLst>
                  <a:ext uri="{FF2B5EF4-FFF2-40B4-BE49-F238E27FC236}">
                    <a16:creationId xmlns:a16="http://schemas.microsoft.com/office/drawing/2014/main" id="{21B31963-9DBB-A1AE-5A1A-1452346EDE9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40" name="Forma Livre 139">
                  <a:extLst>
                    <a:ext uri="{FF2B5EF4-FFF2-40B4-BE49-F238E27FC236}">
                      <a16:creationId xmlns:a16="http://schemas.microsoft.com/office/drawing/2014/main" id="{57F78BA3-3C6D-8527-6C85-ED42569040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1" name="Forma Livre 140">
                  <a:extLst>
                    <a:ext uri="{FF2B5EF4-FFF2-40B4-BE49-F238E27FC236}">
                      <a16:creationId xmlns:a16="http://schemas.microsoft.com/office/drawing/2014/main" id="{456098A8-1060-236A-C045-A611747D16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2" name="Linha 70">
                  <a:extLst>
                    <a:ext uri="{FF2B5EF4-FFF2-40B4-BE49-F238E27FC236}">
                      <a16:creationId xmlns:a16="http://schemas.microsoft.com/office/drawing/2014/main" id="{1C2D33BD-7FD1-294B-C535-96CD85DC15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36" name="Grupo 135">
                <a:extLst>
                  <a:ext uri="{FF2B5EF4-FFF2-40B4-BE49-F238E27FC236}">
                    <a16:creationId xmlns:a16="http://schemas.microsoft.com/office/drawing/2014/main" id="{E53D121D-AF5C-0FF1-C315-E1BF2A4B74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7" name="Forma Livre 68">
                  <a:extLst>
                    <a:ext uri="{FF2B5EF4-FFF2-40B4-BE49-F238E27FC236}">
                      <a16:creationId xmlns:a16="http://schemas.microsoft.com/office/drawing/2014/main" id="{09CA641D-FF7D-A8A7-1CB3-54C7EAA385B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8" name="Forma Livre 69">
                  <a:extLst>
                    <a:ext uri="{FF2B5EF4-FFF2-40B4-BE49-F238E27FC236}">
                      <a16:creationId xmlns:a16="http://schemas.microsoft.com/office/drawing/2014/main" id="{46F838EF-F6A4-4AAF-A6C2-14960D5010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9" name="Linha 70">
                  <a:extLst>
                    <a:ext uri="{FF2B5EF4-FFF2-40B4-BE49-F238E27FC236}">
                      <a16:creationId xmlns:a16="http://schemas.microsoft.com/office/drawing/2014/main" id="{76814A78-39E8-6256-E17E-48050A16E2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173" name="Conector Reto 172">
            <a:extLst>
              <a:ext uri="{FF2B5EF4-FFF2-40B4-BE49-F238E27FC236}">
                <a16:creationId xmlns:a16="http://schemas.microsoft.com/office/drawing/2014/main" id="{E369360A-8DA6-B37A-CF0E-7DF617B2715C}"/>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347189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215640" y="1796175"/>
            <a:ext cx="5760720" cy="1414091"/>
          </a:xfrm>
        </p:spPr>
        <p:txBody>
          <a:bodyPr rtlCol="0" anchor="b"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2621280" y="3689939"/>
            <a:ext cx="6949440" cy="2790825"/>
          </a:xfrm>
        </p:spPr>
        <p:txBody>
          <a:bodyPr rtlCol="0" anchor="t" anchorCtr="0">
            <a:normAutofit/>
          </a:bodyPr>
          <a:lstStyle>
            <a:lvl1pPr algn="ctr">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348328318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460356DE.xml><?xml version="1.0" encoding="utf-8"?>
<p:sldLayout xmlns:a="http://schemas.openxmlformats.org/drawingml/2006/main" xmlns:r="http://schemas.openxmlformats.org/officeDocument/2006/relationships" xmlns:p="http://schemas.openxmlformats.org/presentationml/2006/main" preserve="1">
  <p:cSld name="Título, Foto 1">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7878F442-2FC9-4DB8-620F-79A1D4707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92001" cy="4986425"/>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p:nvPr>
        </p:nvSpPr>
        <p:spPr>
          <a:xfrm>
            <a:off x="250372" y="239487"/>
            <a:ext cx="11691255" cy="4461693"/>
          </a:xfrm>
          <a:blipFill dpi="0" rotWithShape="1">
            <a:blip r:embed="rId2">
              <a:alphaModFix amt="60000"/>
            </a:blip>
            <a:srcRect/>
            <a:stretch>
              <a:fillRect l="1" t="1" r="-8000" b="-22000"/>
            </a:stretch>
          </a:blipFill>
        </p:spPr>
        <p:txBody>
          <a:bodyPr rtlCol="0"/>
          <a:lstStyle/>
          <a:p>
            <a:pPr rtl="0"/>
            <a:r>
              <a:rPr lang="pt-br"/>
              <a:t>Clique no ícone para adicionar uma imagem</a:t>
            </a:r>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5972628"/>
            <a:ext cx="10972800" cy="548640"/>
          </a:xfrm>
        </p:spPr>
        <p:txBody>
          <a:bodyPr rtlCol="0" anchor="t">
            <a:normAutofit/>
          </a:bodyPr>
          <a:lstStyle>
            <a:lvl1pPr marL="0" indent="0" algn="ctr">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5218032"/>
            <a:ext cx="10972800" cy="786384"/>
          </a:xfrm>
        </p:spPr>
        <p:txBody>
          <a:bodyPr rtlCol="0" anchor="b">
            <a:normAutofit/>
          </a:bodyPr>
          <a:lstStyle>
            <a:lvl1pPr algn="ctr">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11746239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C6DB6F6.xml><?xml version="1.0" encoding="utf-8"?>
<p:sldLayout xmlns:a="http://schemas.openxmlformats.org/drawingml/2006/main" xmlns:r="http://schemas.openxmlformats.org/officeDocument/2006/relationships" xmlns:p="http://schemas.openxmlformats.org/presentationml/2006/main" preserve="1">
  <p:cSld name="Título da Foto 2">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C36CCEBD-2E6F-C659-9001-608341D95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p:nvPr>
        </p:nvSpPr>
        <p:spPr>
          <a:xfrm>
            <a:off x="265727" y="259262"/>
            <a:ext cx="5590788" cy="6339475"/>
          </a:xfrm>
          <a:blipFill dpi="0" rotWithShape="1">
            <a:blip r:embed="rId2">
              <a:alphaModFix amt="60000"/>
            </a:blip>
            <a:srcRect/>
            <a:stretch>
              <a:fillRect/>
            </a:stretch>
          </a:blipFill>
        </p:spPr>
        <p:txBody>
          <a:bodyPr rtlCol="0"/>
          <a:lstStyle/>
          <a:p>
            <a:pPr rtl="0"/>
            <a:r>
              <a:rPr lang="pt-br"/>
              <a:t>Clique no ícone para adicionar uma imagem</a:t>
            </a:r>
          </a:p>
        </p:txBody>
      </p:sp>
      <p:grpSp>
        <p:nvGrpSpPr>
          <p:cNvPr id="5" name="Grupo 4">
            <a:extLst>
              <a:ext uri="{FF2B5EF4-FFF2-40B4-BE49-F238E27FC236}">
                <a16:creationId xmlns:a16="http://schemas.microsoft.com/office/drawing/2014/main" id="{5F6A7B37-FBA3-5CE9-7BD2-D74F0A13498B}"/>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5925" y="49440"/>
            <a:ext cx="2216150" cy="1177924"/>
            <a:chOff x="4987925" y="2840038"/>
            <a:chExt cx="2216150" cy="1177924"/>
          </a:xfrm>
        </p:grpSpPr>
        <p:sp>
          <p:nvSpPr>
            <p:cNvPr id="6" name="Retângulo 5">
              <a:extLst>
                <a:ext uri="{FF2B5EF4-FFF2-40B4-BE49-F238E27FC236}">
                  <a16:creationId xmlns:a16="http://schemas.microsoft.com/office/drawing/2014/main" id="{17F11D24-51C0-449A-302D-18512BABE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20" name="Grupo 19">
              <a:extLst>
                <a:ext uri="{FF2B5EF4-FFF2-40B4-BE49-F238E27FC236}">
                  <a16:creationId xmlns:a16="http://schemas.microsoft.com/office/drawing/2014/main" id="{64EDD1EC-C107-F025-C44F-267ECD88C47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1" name="Grupo 20">
                <a:extLst>
                  <a:ext uri="{FF2B5EF4-FFF2-40B4-BE49-F238E27FC236}">
                    <a16:creationId xmlns:a16="http://schemas.microsoft.com/office/drawing/2014/main" id="{A842A611-498C-CDD4-7948-26B85462723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6" name="Forma Livre 68">
                  <a:extLst>
                    <a:ext uri="{FF2B5EF4-FFF2-40B4-BE49-F238E27FC236}">
                      <a16:creationId xmlns:a16="http://schemas.microsoft.com/office/drawing/2014/main" id="{0C134841-9A38-1B34-5AA2-B7E7221A9E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7" name="Forma Livre 69">
                  <a:extLst>
                    <a:ext uri="{FF2B5EF4-FFF2-40B4-BE49-F238E27FC236}">
                      <a16:creationId xmlns:a16="http://schemas.microsoft.com/office/drawing/2014/main" id="{12B76238-4F33-A717-AA66-17D0D36565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8" name="Linha 70">
                  <a:extLst>
                    <a:ext uri="{FF2B5EF4-FFF2-40B4-BE49-F238E27FC236}">
                      <a16:creationId xmlns:a16="http://schemas.microsoft.com/office/drawing/2014/main" id="{79F60F3D-E13C-235A-C618-3881CD9A0D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22" name="Grupo 21">
                <a:extLst>
                  <a:ext uri="{FF2B5EF4-FFF2-40B4-BE49-F238E27FC236}">
                    <a16:creationId xmlns:a16="http://schemas.microsoft.com/office/drawing/2014/main" id="{BEF40E18-7739-93E9-1DA7-8A9B5DAC10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orma Livre 68">
                  <a:extLst>
                    <a:ext uri="{FF2B5EF4-FFF2-40B4-BE49-F238E27FC236}">
                      <a16:creationId xmlns:a16="http://schemas.microsoft.com/office/drawing/2014/main" id="{4C36420A-8B58-157A-F2C8-AE7D8ED3BD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4" name="Forma Livre 69">
                  <a:extLst>
                    <a:ext uri="{FF2B5EF4-FFF2-40B4-BE49-F238E27FC236}">
                      <a16:creationId xmlns:a16="http://schemas.microsoft.com/office/drawing/2014/main" id="{8A9ADAE3-CE25-FF00-D87A-AFBC53C674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5" name="Linha 70">
                  <a:extLst>
                    <a:ext uri="{FF2B5EF4-FFF2-40B4-BE49-F238E27FC236}">
                      <a16:creationId xmlns:a16="http://schemas.microsoft.com/office/drawing/2014/main" id="{57562CD7-6935-46CA-ABFF-F1786989D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675120" y="4731335"/>
            <a:ext cx="4937760" cy="1184585"/>
          </a:xfrm>
        </p:spPr>
        <p:txBody>
          <a:bodyPr rtlCol="0" anchor="t">
            <a:normAutofit/>
          </a:bodyPr>
          <a:lstStyle>
            <a:lvl1pPr marL="0" indent="0" algn="l">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675120" y="1129554"/>
            <a:ext cx="4937760" cy="3475236"/>
          </a:xfrm>
        </p:spPr>
        <p:txBody>
          <a:bodyPr rtlCol="0" anchor="b">
            <a:normAutofit/>
          </a:bodyPr>
          <a:lstStyle>
            <a:lvl1pPr algn="l">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2085168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E4BC20BB.xml><?xml version="1.0" encoding="utf-8"?>
<p:sldLayout xmlns:a="http://schemas.openxmlformats.org/drawingml/2006/main" xmlns:r="http://schemas.openxmlformats.org/officeDocument/2006/relationships" xmlns:p="http://schemas.openxmlformats.org/presentationml/2006/main" preserve="1">
  <p:cSld name="Título da Foto 3">
    <p:spTree>
      <p:nvGrpSpPr>
        <p:cNvPr id="1" name=""/>
        <p:cNvGrpSpPr/>
        <p:nvPr/>
      </p:nvGrpSpPr>
      <p:grpSpPr>
        <a:xfrm>
          <a:off x="0" y="0"/>
          <a:ext cx="0" cy="0"/>
          <a:chOff x="0" y="0"/>
          <a:chExt cx="0" cy="0"/>
        </a:xfrm>
      </p:grpSpPr>
      <p:sp>
        <p:nvSpPr>
          <p:cNvPr id="34" name="Retângulo 33">
            <a:extLst>
              <a:ext uri="{FF2B5EF4-FFF2-40B4-BE49-F238E27FC236}">
                <a16:creationId xmlns:a16="http://schemas.microsoft.com/office/drawing/2014/main" id="{3A28DC48-00C6-EBEB-EC03-5D122ECF1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grpSp>
        <p:nvGrpSpPr>
          <p:cNvPr id="48" name="Grupo 47">
            <a:extLst>
              <a:ext uri="{FF2B5EF4-FFF2-40B4-BE49-F238E27FC236}">
                <a16:creationId xmlns:a16="http://schemas.microsoft.com/office/drawing/2014/main" id="{3D48BC54-8D8A-CB76-97E5-688D541010B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49" name="Retângulo 48">
              <a:extLst>
                <a:ext uri="{FF2B5EF4-FFF2-40B4-BE49-F238E27FC236}">
                  <a16:creationId xmlns:a16="http://schemas.microsoft.com/office/drawing/2014/main" id="{DF9F6865-3666-CD82-3523-522A8E25AD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50" name="Grupo 49">
              <a:extLst>
                <a:ext uri="{FF2B5EF4-FFF2-40B4-BE49-F238E27FC236}">
                  <a16:creationId xmlns:a16="http://schemas.microsoft.com/office/drawing/2014/main" id="{C35F671F-5698-97D3-0D20-C74B5B8C74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51" name="Grupo 50">
                <a:extLst>
                  <a:ext uri="{FF2B5EF4-FFF2-40B4-BE49-F238E27FC236}">
                    <a16:creationId xmlns:a16="http://schemas.microsoft.com/office/drawing/2014/main" id="{4A99469D-3148-A32C-3CD1-DFF2EF0591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56" name="Forma Livre 68">
                  <a:extLst>
                    <a:ext uri="{FF2B5EF4-FFF2-40B4-BE49-F238E27FC236}">
                      <a16:creationId xmlns:a16="http://schemas.microsoft.com/office/drawing/2014/main" id="{0DF6D303-2C2F-DA3C-6EE3-EB1E706CA1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7" name="Forma Livre 69">
                  <a:extLst>
                    <a:ext uri="{FF2B5EF4-FFF2-40B4-BE49-F238E27FC236}">
                      <a16:creationId xmlns:a16="http://schemas.microsoft.com/office/drawing/2014/main" id="{2CC53E69-D74A-855C-DB63-69BE6E67A9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8" name="Linha 70">
                  <a:extLst>
                    <a:ext uri="{FF2B5EF4-FFF2-40B4-BE49-F238E27FC236}">
                      <a16:creationId xmlns:a16="http://schemas.microsoft.com/office/drawing/2014/main" id="{A6CFA2CF-7D8C-BD33-3155-F83E3F93E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52" name="Grupo 51">
                <a:extLst>
                  <a:ext uri="{FF2B5EF4-FFF2-40B4-BE49-F238E27FC236}">
                    <a16:creationId xmlns:a16="http://schemas.microsoft.com/office/drawing/2014/main" id="{A7FC8204-EC4D-7BF1-59ED-7BA4CDFF6EE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53" name="Forma Livre 68">
                  <a:extLst>
                    <a:ext uri="{FF2B5EF4-FFF2-40B4-BE49-F238E27FC236}">
                      <a16:creationId xmlns:a16="http://schemas.microsoft.com/office/drawing/2014/main" id="{5DB2EA0C-6181-1906-BED8-53E2B5A98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4" name="Forma Livre 69">
                  <a:extLst>
                    <a:ext uri="{FF2B5EF4-FFF2-40B4-BE49-F238E27FC236}">
                      <a16:creationId xmlns:a16="http://schemas.microsoft.com/office/drawing/2014/main" id="{E373093C-0DA0-6D92-0DC1-4CC323D3AD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5" name="Linha 70">
                  <a:extLst>
                    <a:ext uri="{FF2B5EF4-FFF2-40B4-BE49-F238E27FC236}">
                      <a16:creationId xmlns:a16="http://schemas.microsoft.com/office/drawing/2014/main" id="{71CCCCA5-296E-2676-BF68-6CA3AEDC78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p:nvPr>
        </p:nvSpPr>
        <p:spPr>
          <a:xfrm>
            <a:off x="6500212" y="295656"/>
            <a:ext cx="5372481" cy="6288459"/>
          </a:xfrm>
          <a:blipFill dpi="0" rotWithShape="1">
            <a:blip r:embed="rId2">
              <a:alphaModFix amt="60000"/>
            </a:blip>
            <a:srcRect/>
            <a:stretch>
              <a:fillRect/>
            </a:stretch>
          </a:blipFill>
        </p:spPr>
        <p:txBody>
          <a:bodyPr rtlCol="0"/>
          <a:lstStyle/>
          <a:p>
            <a:pPr rtl="0"/>
            <a:r>
              <a:rPr lang="pt-br"/>
              <a:t>Clique no ícone para adicionar uma imagem</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576072" y="4937760"/>
            <a:ext cx="4937760" cy="1380744"/>
          </a:xfrm>
        </p:spPr>
        <p:txBody>
          <a:bodyPr rtlCol="0" anchor="t"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76072" y="1188720"/>
            <a:ext cx="4937760" cy="3739896"/>
          </a:xfrm>
        </p:spPr>
        <p:txBody>
          <a:bodyPr rtlCol="0" anchor="ctr" anchorCtr="0">
            <a:normAutofit/>
          </a:bodyPr>
          <a:lstStyle>
            <a:lvl1pPr algn="ctr">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38375343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AE5C4509.xml><?xml version="1.0" encoding="utf-8"?>
<p:sldLayout xmlns:a="http://schemas.openxmlformats.org/drawingml/2006/main" xmlns:r="http://schemas.openxmlformats.org/officeDocument/2006/relationships" xmlns:p="http://schemas.openxmlformats.org/presentationml/2006/main" preserve="1">
  <p:cSld name="Cabeçalho da Seção">
    <p:bg>
      <p:bgPr>
        <a:solidFill>
          <a:schemeClr val="tx2"/>
        </a:solidFill>
        <a:effectLst/>
      </p:bgPr>
    </p:bg>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AD64FEE6-6395-124F-D5E5-CB39A09F74B6}"/>
              </a:ext>
            </a:extLst>
          </p:cNvPr>
          <p:cNvGrpSpPr/>
          <p:nvPr/>
        </p:nvGrpSpPr>
        <p:grpSpPr>
          <a:xfrm flipH="1">
            <a:off x="8353425" y="531607"/>
            <a:ext cx="3838575" cy="6520778"/>
            <a:chOff x="192855" y="531607"/>
            <a:chExt cx="3838575" cy="6520778"/>
          </a:xfrm>
        </p:grpSpPr>
        <p:grpSp>
          <p:nvGrpSpPr>
            <p:cNvPr id="8" name="Grupo 7">
              <a:extLst>
                <a:ext uri="{FF2B5EF4-FFF2-40B4-BE49-F238E27FC236}">
                  <a16:creationId xmlns:a16="http://schemas.microsoft.com/office/drawing/2014/main" id="{230525EF-886F-AC42-7343-BCD034E2BF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orma Livre 64">
                <a:extLst>
                  <a:ext uri="{FF2B5EF4-FFF2-40B4-BE49-F238E27FC236}">
                    <a16:creationId xmlns:a16="http://schemas.microsoft.com/office/drawing/2014/main" id="{A8A8E47A-FDF5-50B4-4618-C4A33A149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3" name="Forma Livre 81">
                <a:extLst>
                  <a:ext uri="{FF2B5EF4-FFF2-40B4-BE49-F238E27FC236}">
                    <a16:creationId xmlns:a16="http://schemas.microsoft.com/office/drawing/2014/main" id="{F09EDABE-26FB-7A79-5E5F-B8AD04C9FE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4" name="Forma Livre 61">
                <a:extLst>
                  <a:ext uri="{FF2B5EF4-FFF2-40B4-BE49-F238E27FC236}">
                    <a16:creationId xmlns:a16="http://schemas.microsoft.com/office/drawing/2014/main" id="{7DB87FB9-B1F5-F6AE-0228-7FA380AB6D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5" name="Forma Livre 34">
                <a:extLst>
                  <a:ext uri="{FF2B5EF4-FFF2-40B4-BE49-F238E27FC236}">
                    <a16:creationId xmlns:a16="http://schemas.microsoft.com/office/drawing/2014/main" id="{67BDD086-994B-3951-7EA1-38884495F8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vre 84">
                <a:extLst>
                  <a:ext uri="{FF2B5EF4-FFF2-40B4-BE49-F238E27FC236}">
                    <a16:creationId xmlns:a16="http://schemas.microsoft.com/office/drawing/2014/main" id="{B3EFDABE-410D-EF8D-61E8-EE12A74A411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vre 87">
                <a:extLst>
                  <a:ext uri="{FF2B5EF4-FFF2-40B4-BE49-F238E27FC236}">
                    <a16:creationId xmlns:a16="http://schemas.microsoft.com/office/drawing/2014/main" id="{D8FFB40C-5E15-95EF-4B23-067F2A3501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vre 60">
                <a:extLst>
                  <a:ext uri="{FF2B5EF4-FFF2-40B4-BE49-F238E27FC236}">
                    <a16:creationId xmlns:a16="http://schemas.microsoft.com/office/drawing/2014/main" id="{CFA464F4-D964-530E-FA7D-D25F0A9F031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vre 59">
                <a:extLst>
                  <a:ext uri="{FF2B5EF4-FFF2-40B4-BE49-F238E27FC236}">
                    <a16:creationId xmlns:a16="http://schemas.microsoft.com/office/drawing/2014/main" id="{F60BEB1C-DF4B-927D-1E0A-683BD39FA2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vre 62">
                <a:extLst>
                  <a:ext uri="{FF2B5EF4-FFF2-40B4-BE49-F238E27FC236}">
                    <a16:creationId xmlns:a16="http://schemas.microsoft.com/office/drawing/2014/main" id="{A17898DB-E35C-3A9A-435D-9BCE2DD8E3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vre 65">
                <a:extLst>
                  <a:ext uri="{FF2B5EF4-FFF2-40B4-BE49-F238E27FC236}">
                    <a16:creationId xmlns:a16="http://schemas.microsoft.com/office/drawing/2014/main" id="{CBE2BF2F-7E74-3DD9-186E-912B073D05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2" name="Forma Livre 79">
                <a:extLst>
                  <a:ext uri="{FF2B5EF4-FFF2-40B4-BE49-F238E27FC236}">
                    <a16:creationId xmlns:a16="http://schemas.microsoft.com/office/drawing/2014/main" id="{49F71F86-6386-300F-7999-42ADAFCDD2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3" name="Forma Livre 82">
                <a:extLst>
                  <a:ext uri="{FF2B5EF4-FFF2-40B4-BE49-F238E27FC236}">
                    <a16:creationId xmlns:a16="http://schemas.microsoft.com/office/drawing/2014/main" id="{272CBC94-1FB5-29DD-4296-1EA2107080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4" name="Forma Livre 85">
                <a:extLst>
                  <a:ext uri="{FF2B5EF4-FFF2-40B4-BE49-F238E27FC236}">
                    <a16:creationId xmlns:a16="http://schemas.microsoft.com/office/drawing/2014/main" id="{1D2991E6-DCC1-0573-F0B2-5382A6C60E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5" name="Forma Livre 44">
                <a:extLst>
                  <a:ext uri="{FF2B5EF4-FFF2-40B4-BE49-F238E27FC236}">
                    <a16:creationId xmlns:a16="http://schemas.microsoft.com/office/drawing/2014/main" id="{C2AEDDE2-F8D5-ED87-23A5-63DAAC0888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6" name="Grupo 45">
                <a:extLst>
                  <a:ext uri="{FF2B5EF4-FFF2-40B4-BE49-F238E27FC236}">
                    <a16:creationId xmlns:a16="http://schemas.microsoft.com/office/drawing/2014/main" id="{C7AAF43A-91DA-4185-DFAB-1D39B0B1456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ha 63">
                  <a:extLst>
                    <a:ext uri="{FF2B5EF4-FFF2-40B4-BE49-F238E27FC236}">
                      <a16:creationId xmlns:a16="http://schemas.microsoft.com/office/drawing/2014/main" id="{35FFD34C-40E3-A60B-76EE-AECF44B083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8" name="Linha 66">
                  <a:extLst>
                    <a:ext uri="{FF2B5EF4-FFF2-40B4-BE49-F238E27FC236}">
                      <a16:creationId xmlns:a16="http://schemas.microsoft.com/office/drawing/2014/main" id="{92576DA0-9F10-00AF-6282-619223BA45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9" name="Linha 67">
                  <a:extLst>
                    <a:ext uri="{FF2B5EF4-FFF2-40B4-BE49-F238E27FC236}">
                      <a16:creationId xmlns:a16="http://schemas.microsoft.com/office/drawing/2014/main" id="{03FBA44C-D20F-47A2-62F6-2154950EEE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0" name="Linha 80">
                  <a:extLst>
                    <a:ext uri="{FF2B5EF4-FFF2-40B4-BE49-F238E27FC236}">
                      <a16:creationId xmlns:a16="http://schemas.microsoft.com/office/drawing/2014/main" id="{DDD4051D-4885-B8EF-F73F-8BCC936B11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1" name="Linha 83">
                  <a:extLst>
                    <a:ext uri="{FF2B5EF4-FFF2-40B4-BE49-F238E27FC236}">
                      <a16:creationId xmlns:a16="http://schemas.microsoft.com/office/drawing/2014/main" id="{7A2A002C-64A0-5FE8-8DE8-4702055EF8D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2" name="Linha 86">
                  <a:extLst>
                    <a:ext uri="{FF2B5EF4-FFF2-40B4-BE49-F238E27FC236}">
                      <a16:creationId xmlns:a16="http://schemas.microsoft.com/office/drawing/2014/main" id="{F88510A4-6BE3-9532-3F93-FEC2A23C87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3" name="Linha 89">
                  <a:extLst>
                    <a:ext uri="{FF2B5EF4-FFF2-40B4-BE49-F238E27FC236}">
                      <a16:creationId xmlns:a16="http://schemas.microsoft.com/office/drawing/2014/main" id="{9BABD774-DBCA-30BC-4131-4F1577FAEFC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9" name="Grupo 8">
              <a:extLst>
                <a:ext uri="{FF2B5EF4-FFF2-40B4-BE49-F238E27FC236}">
                  <a16:creationId xmlns:a16="http://schemas.microsoft.com/office/drawing/2014/main" id="{199AFFB3-9F1A-3E38-0F08-5D2791AFA3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orma Livre 64">
                <a:extLst>
                  <a:ext uri="{FF2B5EF4-FFF2-40B4-BE49-F238E27FC236}">
                    <a16:creationId xmlns:a16="http://schemas.microsoft.com/office/drawing/2014/main" id="{EA1D0E4F-E46D-8CCB-C5E5-25E5C1E300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vre 81">
                <a:extLst>
                  <a:ext uri="{FF2B5EF4-FFF2-40B4-BE49-F238E27FC236}">
                    <a16:creationId xmlns:a16="http://schemas.microsoft.com/office/drawing/2014/main" id="{CC53FE50-7808-83C8-D8F2-2E8DA5311B0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Forma Livre 61">
                <a:extLst>
                  <a:ext uri="{FF2B5EF4-FFF2-40B4-BE49-F238E27FC236}">
                    <a16:creationId xmlns:a16="http://schemas.microsoft.com/office/drawing/2014/main" id="{B919EF98-7B2F-6B04-7A77-AE875D533A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vre 78">
                <a:extLst>
                  <a:ext uri="{FF2B5EF4-FFF2-40B4-BE49-F238E27FC236}">
                    <a16:creationId xmlns:a16="http://schemas.microsoft.com/office/drawing/2014/main" id="{1B0D9C04-0F2C-8B44-18FA-FC2024A09C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vre 84">
                <a:extLst>
                  <a:ext uri="{FF2B5EF4-FFF2-40B4-BE49-F238E27FC236}">
                    <a16:creationId xmlns:a16="http://schemas.microsoft.com/office/drawing/2014/main" id="{362D619A-CD55-CF0F-0422-1B8D7B52D9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vre 87">
                <a:extLst>
                  <a:ext uri="{FF2B5EF4-FFF2-40B4-BE49-F238E27FC236}">
                    <a16:creationId xmlns:a16="http://schemas.microsoft.com/office/drawing/2014/main" id="{065F7B4C-A938-3C32-A861-A7587B5ED7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vre 60">
                <a:extLst>
                  <a:ext uri="{FF2B5EF4-FFF2-40B4-BE49-F238E27FC236}">
                    <a16:creationId xmlns:a16="http://schemas.microsoft.com/office/drawing/2014/main" id="{CB749656-8463-F0E6-D036-DD50CE3DFE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Forma Livre 59">
                <a:extLst>
                  <a:ext uri="{FF2B5EF4-FFF2-40B4-BE49-F238E27FC236}">
                    <a16:creationId xmlns:a16="http://schemas.microsoft.com/office/drawing/2014/main" id="{03A5A064-4A6E-94C6-0076-456A760397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 name="Forma Livre 62">
                <a:extLst>
                  <a:ext uri="{FF2B5EF4-FFF2-40B4-BE49-F238E27FC236}">
                    <a16:creationId xmlns:a16="http://schemas.microsoft.com/office/drawing/2014/main" id="{72E10200-1944-FD96-1E5B-E098B88824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 name="Forma Livre 65">
                <a:extLst>
                  <a:ext uri="{FF2B5EF4-FFF2-40B4-BE49-F238E27FC236}">
                    <a16:creationId xmlns:a16="http://schemas.microsoft.com/office/drawing/2014/main" id="{EC6AD87D-3D37-1325-B5D7-475D0D4F0D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 name="Forma Livre 79">
                <a:extLst>
                  <a:ext uri="{FF2B5EF4-FFF2-40B4-BE49-F238E27FC236}">
                    <a16:creationId xmlns:a16="http://schemas.microsoft.com/office/drawing/2014/main" id="{C809F72C-9526-16ED-4C68-0CD1508A43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 name="Forma Livre 82">
                <a:extLst>
                  <a:ext uri="{FF2B5EF4-FFF2-40B4-BE49-F238E27FC236}">
                    <a16:creationId xmlns:a16="http://schemas.microsoft.com/office/drawing/2014/main" id="{C7501AEE-3511-7DA8-5507-E58163F157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2" name="Forma Livre 85">
                <a:extLst>
                  <a:ext uri="{FF2B5EF4-FFF2-40B4-BE49-F238E27FC236}">
                    <a16:creationId xmlns:a16="http://schemas.microsoft.com/office/drawing/2014/main" id="{B5B3B3C2-40C7-5724-D6DD-A7FD525E5A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3" name="Forma Livre 88">
                <a:extLst>
                  <a:ext uri="{FF2B5EF4-FFF2-40B4-BE49-F238E27FC236}">
                    <a16:creationId xmlns:a16="http://schemas.microsoft.com/office/drawing/2014/main" id="{0685F264-945C-7E67-FED1-0A8FDCD239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4" name="Grupo 23">
                <a:extLst>
                  <a:ext uri="{FF2B5EF4-FFF2-40B4-BE49-F238E27FC236}">
                    <a16:creationId xmlns:a16="http://schemas.microsoft.com/office/drawing/2014/main" id="{91DF5D6B-A63F-B56E-BED3-BBA18B004F1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ha 63">
                  <a:extLst>
                    <a:ext uri="{FF2B5EF4-FFF2-40B4-BE49-F238E27FC236}">
                      <a16:creationId xmlns:a16="http://schemas.microsoft.com/office/drawing/2014/main" id="{9C52AE5B-80CF-FCA5-A301-C9B63524BE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6" name="Linha 66">
                  <a:extLst>
                    <a:ext uri="{FF2B5EF4-FFF2-40B4-BE49-F238E27FC236}">
                      <a16:creationId xmlns:a16="http://schemas.microsoft.com/office/drawing/2014/main" id="{F3010A9D-7D19-D866-7901-002C392914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7" name="Linha 67">
                  <a:extLst>
                    <a:ext uri="{FF2B5EF4-FFF2-40B4-BE49-F238E27FC236}">
                      <a16:creationId xmlns:a16="http://schemas.microsoft.com/office/drawing/2014/main" id="{28EA7283-1E23-555B-CC7B-A33AA653F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8" name="Linha 80">
                  <a:extLst>
                    <a:ext uri="{FF2B5EF4-FFF2-40B4-BE49-F238E27FC236}">
                      <a16:creationId xmlns:a16="http://schemas.microsoft.com/office/drawing/2014/main" id="{4F797A27-15AB-6170-23BF-8524DD8690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9" name="Linha 83">
                  <a:extLst>
                    <a:ext uri="{FF2B5EF4-FFF2-40B4-BE49-F238E27FC236}">
                      <a16:creationId xmlns:a16="http://schemas.microsoft.com/office/drawing/2014/main" id="{1E2C16E9-4D3E-3E94-2784-236D16B781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0" name="Linha 86">
                  <a:extLst>
                    <a:ext uri="{FF2B5EF4-FFF2-40B4-BE49-F238E27FC236}">
                      <a16:creationId xmlns:a16="http://schemas.microsoft.com/office/drawing/2014/main" id="{28440BE9-C3A0-9278-6300-38A20C6036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1" name="Linha 89">
                  <a:extLst>
                    <a:ext uri="{FF2B5EF4-FFF2-40B4-BE49-F238E27FC236}">
                      <a16:creationId xmlns:a16="http://schemas.microsoft.com/office/drawing/2014/main" id="{F096B6BD-724F-1EF4-8567-708DA2A210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54" name="Espaço Reservado para Data 53">
            <a:extLst>
              <a:ext uri="{FF2B5EF4-FFF2-40B4-BE49-F238E27FC236}">
                <a16:creationId xmlns:a16="http://schemas.microsoft.com/office/drawing/2014/main" id="{D6C00DCA-8042-28CC-7733-F23E4BF0958A}"/>
              </a:ext>
            </a:extLst>
          </p:cNvPr>
          <p:cNvSpPr>
            <a:spLocks noGrp="1"/>
          </p:cNvSpPr>
          <p:nvPr>
            <p:ph type="dt" sz="half" idx="10"/>
          </p:nvPr>
        </p:nvSpPr>
        <p:spPr/>
        <p:txBody>
          <a:bodyPr rtlCol="0"/>
          <a:lstStyle>
            <a:lvl1pPr>
              <a:defRPr>
                <a:solidFill>
                  <a:schemeClr val="bg1">
                    <a:lumMod val="65000"/>
                    <a:lumOff val="35000"/>
                  </a:schemeClr>
                </a:solidFill>
              </a:defRPr>
            </a:lvl1pPr>
          </a:lstStyle>
          <a:p>
            <a:pPr rtl="0"/>
            <a:r>
              <a:rPr lang="pt-br"/>
              <a:t>20XX</a:t>
            </a:r>
            <a:endParaRPr lang="en-US"/>
          </a:p>
        </p:txBody>
      </p:sp>
      <p:sp>
        <p:nvSpPr>
          <p:cNvPr id="55" name="Espaço Reservado para Rodapé 54">
            <a:extLst>
              <a:ext uri="{FF2B5EF4-FFF2-40B4-BE49-F238E27FC236}">
                <a16:creationId xmlns:a16="http://schemas.microsoft.com/office/drawing/2014/main" id="{CA419D95-2441-367A-791C-9BFF447BFE16}"/>
              </a:ext>
            </a:extLst>
          </p:cNvPr>
          <p:cNvSpPr>
            <a:spLocks noGrp="1"/>
          </p:cNvSpPr>
          <p:nvPr>
            <p:ph type="ftr" sz="quarter" idx="11"/>
          </p:nvPr>
        </p:nvSpPr>
        <p:spPr/>
        <p:txBody>
          <a:bodyPr rtlCol="0"/>
          <a:lstStyle>
            <a:lvl1pPr>
              <a:defRPr>
                <a:solidFill>
                  <a:schemeClr val="bg1">
                    <a:lumMod val="65000"/>
                    <a:lumOff val="35000"/>
                  </a:schemeClr>
                </a:solidFill>
              </a:defRPr>
            </a:lvl1pPr>
          </a:lstStyle>
          <a:p>
            <a:pPr rtl="0"/>
            <a:r>
              <a:rPr lang="pt-br"/>
              <a:t>Exemplo de Texto de Rodapé</a:t>
            </a:r>
            <a:endParaRPr lang="en-US"/>
          </a:p>
        </p:txBody>
      </p:sp>
      <p:sp>
        <p:nvSpPr>
          <p:cNvPr id="56" name="Espaço Reservado para o Número do Slide 55">
            <a:extLst>
              <a:ext uri="{FF2B5EF4-FFF2-40B4-BE49-F238E27FC236}">
                <a16:creationId xmlns:a16="http://schemas.microsoft.com/office/drawing/2014/main" id="{D503C1E9-A9FC-A423-20DB-6F2A1BC3A9F8}"/>
              </a:ext>
            </a:extLst>
          </p:cNvPr>
          <p:cNvSpPr>
            <a:spLocks noGrp="1"/>
          </p:cNvSpPr>
          <p:nvPr>
            <p:ph type="sldNum" sz="quarter" idx="12"/>
          </p:nvPr>
        </p:nvSpPr>
        <p:spPr/>
        <p:txBody>
          <a:bodyPr rtlCol="0"/>
          <a:lstStyle>
            <a:lvl1pPr>
              <a:defRPr>
                <a:solidFill>
                  <a:schemeClr val="bg1">
                    <a:lumMod val="65000"/>
                    <a:lumOff val="35000"/>
                  </a:schemeClr>
                </a:solidFill>
              </a:defRPr>
            </a:lvl1pPr>
          </a:lstStyle>
          <a:p>
            <a:pPr rtl="0"/>
            <a:fld id="{CC057153-B650-4DEB-B370-79DDCFDCE934}" type="slidenum">
              <a:rPr lang="en-US" smtClean="0"/>
              <a:pPr/>
              <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484632"/>
            <a:ext cx="7772400" cy="594360"/>
          </a:xfrm>
        </p:spPr>
        <p:txBody>
          <a:bodyPr rtlCol="0" anchor="t">
            <a:normAutofit/>
          </a:bodyPr>
          <a:lstStyle>
            <a:lvl1pPr marL="0" indent="0" algn="l">
              <a:buNone/>
              <a:defRPr sz="2000" cap="all" spc="100" baseline="0">
                <a:solidFill>
                  <a:schemeClr val="bg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1463040"/>
            <a:ext cx="7772400" cy="4572000"/>
          </a:xfrm>
        </p:spPr>
        <p:txBody>
          <a:bodyPr rtlCol="0" anchor="b">
            <a:normAutofit/>
          </a:bodyPr>
          <a:lstStyle>
            <a:lvl1pPr algn="l">
              <a:defRPr sz="6000">
                <a:solidFill>
                  <a:schemeClr val="bg1">
                    <a:lumMod val="75000"/>
                    <a:lumOff val="25000"/>
                  </a:schemeClr>
                </a:solidFill>
              </a:defRPr>
            </a:lvl1pPr>
          </a:lstStyle>
          <a:p>
            <a:pPr rtl="0"/>
            <a:r>
              <a:rPr lang="pt-br"/>
              <a:t>Clique para editar o estilo de título Mestre</a:t>
            </a:r>
            <a:endParaRPr lang="en-US"/>
          </a:p>
        </p:txBody>
      </p:sp>
    </p:spTree>
    <p:extLst>
      <p:ext uri="{BB962C8B-B14F-4D97-AF65-F5344CB8AC3E}">
        <p14:creationId xmlns:p14="http://schemas.microsoft.com/office/powerpoint/2010/main" val="2925282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DD0C949A.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39" name="Grupo 38">
            <a:extLst>
              <a:ext uri="{FF2B5EF4-FFF2-40B4-BE49-F238E27FC236}">
                <a16:creationId xmlns:a16="http://schemas.microsoft.com/office/drawing/2014/main" id="{AA3B1714-633E-6EE4-2EEA-072FA0231A3D}"/>
              </a:ext>
            </a:extLst>
          </p:cNvPr>
          <p:cNvGrpSpPr/>
          <p:nvPr/>
        </p:nvGrpSpPr>
        <p:grpSpPr>
          <a:xfrm flipH="1">
            <a:off x="9740417" y="457964"/>
            <a:ext cx="2227875" cy="5970551"/>
            <a:chOff x="9740417" y="457964"/>
            <a:chExt cx="2227875" cy="5970551"/>
          </a:xfrm>
        </p:grpSpPr>
        <p:grpSp>
          <p:nvGrpSpPr>
            <p:cNvPr id="8" name="Grupo 7">
              <a:extLst>
                <a:ext uri="{FF2B5EF4-FFF2-40B4-BE49-F238E27FC236}">
                  <a16:creationId xmlns:a16="http://schemas.microsoft.com/office/drawing/2014/main" id="{36234EE4-D59F-9595-0CAF-7E2B184B6D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9" name="Grupo 8">
                <a:extLst>
                  <a:ext uri="{FF2B5EF4-FFF2-40B4-BE49-F238E27FC236}">
                    <a16:creationId xmlns:a16="http://schemas.microsoft.com/office/drawing/2014/main" id="{C4393667-DAEE-BF37-1DB5-FBDEEB8B0E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5" name="Grupo 14">
                  <a:extLst>
                    <a:ext uri="{FF2B5EF4-FFF2-40B4-BE49-F238E27FC236}">
                      <a16:creationId xmlns:a16="http://schemas.microsoft.com/office/drawing/2014/main" id="{F9747B89-1B4D-4C1A-E343-D17E46FF543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9" name="Conector Reto 18">
                    <a:extLst>
                      <a:ext uri="{FF2B5EF4-FFF2-40B4-BE49-F238E27FC236}">
                        <a16:creationId xmlns:a16="http://schemas.microsoft.com/office/drawing/2014/main" id="{2840429C-AD32-422F-0EB5-9CEF123D90A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0" name="Conector Reto 19">
                    <a:extLst>
                      <a:ext uri="{FF2B5EF4-FFF2-40B4-BE49-F238E27FC236}">
                        <a16:creationId xmlns:a16="http://schemas.microsoft.com/office/drawing/2014/main" id="{16D36F6E-763C-7D59-3110-B58BF69F59B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tângulo 30">
                    <a:extLst>
                      <a:ext uri="{FF2B5EF4-FFF2-40B4-BE49-F238E27FC236}">
                        <a16:creationId xmlns:a16="http://schemas.microsoft.com/office/drawing/2014/main" id="{C7D62A00-0021-3E68-2F15-1F446A9072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tângulo 30">
                    <a:extLst>
                      <a:ext uri="{FF2B5EF4-FFF2-40B4-BE49-F238E27FC236}">
                        <a16:creationId xmlns:a16="http://schemas.microsoft.com/office/drawing/2014/main" id="{2F72EF90-C961-E32C-DC61-BF6B4BCF2D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6" name="Grupo 15">
                  <a:extLst>
                    <a:ext uri="{FF2B5EF4-FFF2-40B4-BE49-F238E27FC236}">
                      <a16:creationId xmlns:a16="http://schemas.microsoft.com/office/drawing/2014/main" id="{3BC4B4E9-DD4D-CF42-1A17-19944A46D9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 name="Forma livre: Forma 57">
                    <a:extLst>
                      <a:ext uri="{FF2B5EF4-FFF2-40B4-BE49-F238E27FC236}">
                        <a16:creationId xmlns:a16="http://schemas.microsoft.com/office/drawing/2014/main" id="{D8B78FF7-F53D-26F6-0193-BB8C5BAA65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8" name="Forma livre: Forma 58">
                    <a:extLst>
                      <a:ext uri="{FF2B5EF4-FFF2-40B4-BE49-F238E27FC236}">
                        <a16:creationId xmlns:a16="http://schemas.microsoft.com/office/drawing/2014/main" id="{E78BE96D-BBD4-7722-A220-17FB4C9E16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0" name="Grupo 9">
                <a:extLst>
                  <a:ext uri="{FF2B5EF4-FFF2-40B4-BE49-F238E27FC236}">
                    <a16:creationId xmlns:a16="http://schemas.microsoft.com/office/drawing/2014/main" id="{C3972467-2E19-E51B-3CB8-C689E4ADB6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1" name="Grupo 10">
                  <a:extLst>
                    <a:ext uri="{FF2B5EF4-FFF2-40B4-BE49-F238E27FC236}">
                      <a16:creationId xmlns:a16="http://schemas.microsoft.com/office/drawing/2014/main" id="{8BC28241-A8AC-A3BA-60F6-B1D98F3754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 name="Forma Livre 68">
                    <a:extLst>
                      <a:ext uri="{FF2B5EF4-FFF2-40B4-BE49-F238E27FC236}">
                        <a16:creationId xmlns:a16="http://schemas.microsoft.com/office/drawing/2014/main" id="{3B1310B4-6584-4B7F-55BD-FA6BD60940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vre 69">
                    <a:extLst>
                      <a:ext uri="{FF2B5EF4-FFF2-40B4-BE49-F238E27FC236}">
                        <a16:creationId xmlns:a16="http://schemas.microsoft.com/office/drawing/2014/main" id="{B8E757E4-39BA-2D4D-1282-EB401424DD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2" name="Linha 70">
                  <a:extLst>
                    <a:ext uri="{FF2B5EF4-FFF2-40B4-BE49-F238E27FC236}">
                      <a16:creationId xmlns:a16="http://schemas.microsoft.com/office/drawing/2014/main" id="{E5F9323E-9E51-34EA-E786-5DD2B96DD6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23" name="Grupo 22">
              <a:extLst>
                <a:ext uri="{FF2B5EF4-FFF2-40B4-BE49-F238E27FC236}">
                  <a16:creationId xmlns:a16="http://schemas.microsoft.com/office/drawing/2014/main" id="{1499C04C-5D0D-0DE0-CBC4-50D633AD42E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24" name="Grupo 23">
                <a:extLst>
                  <a:ext uri="{FF2B5EF4-FFF2-40B4-BE49-F238E27FC236}">
                    <a16:creationId xmlns:a16="http://schemas.microsoft.com/office/drawing/2014/main" id="{BBCFF766-676D-A1AA-7C2C-FF66EE53585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upo 29">
                  <a:extLst>
                    <a:ext uri="{FF2B5EF4-FFF2-40B4-BE49-F238E27FC236}">
                      <a16:creationId xmlns:a16="http://schemas.microsoft.com/office/drawing/2014/main" id="{0977AEAB-78CE-3F68-9FB4-17ECFE6A02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Conector Reto 33">
                    <a:extLst>
                      <a:ext uri="{FF2B5EF4-FFF2-40B4-BE49-F238E27FC236}">
                        <a16:creationId xmlns:a16="http://schemas.microsoft.com/office/drawing/2014/main" id="{D8124234-A0FE-CFFA-1DF2-0A0E1C869C4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FADBB8B7-DB6D-25AF-0EA5-10A888E1AB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tângulo 30">
                    <a:extLst>
                      <a:ext uri="{FF2B5EF4-FFF2-40B4-BE49-F238E27FC236}">
                        <a16:creationId xmlns:a16="http://schemas.microsoft.com/office/drawing/2014/main" id="{CD4F824D-4613-D9E2-6EEC-F468282A62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Retângulo 30">
                    <a:extLst>
                      <a:ext uri="{FF2B5EF4-FFF2-40B4-BE49-F238E27FC236}">
                        <a16:creationId xmlns:a16="http://schemas.microsoft.com/office/drawing/2014/main" id="{8F3DADDB-772F-D01F-4146-D2160556D5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31" name="Grupo 30">
                  <a:extLst>
                    <a:ext uri="{FF2B5EF4-FFF2-40B4-BE49-F238E27FC236}">
                      <a16:creationId xmlns:a16="http://schemas.microsoft.com/office/drawing/2014/main" id="{2B50E9CE-7919-386C-ACAD-B392FA02485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orma Livre: Forma 141">
                    <a:extLst>
                      <a:ext uri="{FF2B5EF4-FFF2-40B4-BE49-F238E27FC236}">
                        <a16:creationId xmlns:a16="http://schemas.microsoft.com/office/drawing/2014/main" id="{677DD91C-F25C-A581-878A-40BD59CC379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3" name="Forma livre: Forma 142">
                    <a:extLst>
                      <a:ext uri="{FF2B5EF4-FFF2-40B4-BE49-F238E27FC236}">
                        <a16:creationId xmlns:a16="http://schemas.microsoft.com/office/drawing/2014/main" id="{47FB4B59-3004-AEFD-E4CE-32ACF51DD4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25" name="Grupo 24">
                <a:extLst>
                  <a:ext uri="{FF2B5EF4-FFF2-40B4-BE49-F238E27FC236}">
                    <a16:creationId xmlns:a16="http://schemas.microsoft.com/office/drawing/2014/main" id="{637D399C-13F0-F535-B7FB-BE71580939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upo 25">
                  <a:extLst>
                    <a:ext uri="{FF2B5EF4-FFF2-40B4-BE49-F238E27FC236}">
                      <a16:creationId xmlns:a16="http://schemas.microsoft.com/office/drawing/2014/main" id="{395CAC00-9D51-EBE1-B672-C38C7C68089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orma Livre 68">
                    <a:extLst>
                      <a:ext uri="{FF2B5EF4-FFF2-40B4-BE49-F238E27FC236}">
                        <a16:creationId xmlns:a16="http://schemas.microsoft.com/office/drawing/2014/main" id="{4EA30DDB-D605-CD01-CD14-7B0042A770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9" name="Forma Livre 69">
                    <a:extLst>
                      <a:ext uri="{FF2B5EF4-FFF2-40B4-BE49-F238E27FC236}">
                        <a16:creationId xmlns:a16="http://schemas.microsoft.com/office/drawing/2014/main" id="{FFB3AD06-597D-0A93-F9E5-3BCCAC06E3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27" name="Linha 70">
                  <a:extLst>
                    <a:ext uri="{FF2B5EF4-FFF2-40B4-BE49-F238E27FC236}">
                      <a16:creationId xmlns:a16="http://schemas.microsoft.com/office/drawing/2014/main" id="{0BC08890-16A3-DD5A-A157-35BDC3A4DD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8" name="Espaço Reservado para Data 37">
            <a:extLst>
              <a:ext uri="{FF2B5EF4-FFF2-40B4-BE49-F238E27FC236}">
                <a16:creationId xmlns:a16="http://schemas.microsoft.com/office/drawing/2014/main" id="{C95BBF15-A343-270F-0EA8-B8EE401AE66B}"/>
              </a:ext>
            </a:extLst>
          </p:cNvPr>
          <p:cNvSpPr>
            <a:spLocks noGrp="1"/>
          </p:cNvSpPr>
          <p:nvPr>
            <p:ph type="dt" sz="half" idx="14"/>
          </p:nvPr>
        </p:nvSpPr>
        <p:spPr/>
        <p:txBody>
          <a:bodyPr rtlCol="0"/>
          <a:lstStyle/>
          <a:p>
            <a:pPr rtl="0"/>
            <a:r>
              <a:rPr lang="pt-br"/>
              <a:t>20XX</a:t>
            </a:r>
            <a:endParaRPr lang="en-US"/>
          </a:p>
        </p:txBody>
      </p:sp>
      <p:sp>
        <p:nvSpPr>
          <p:cNvPr id="40" name="Espaço Reservado para Rodapé 39">
            <a:extLst>
              <a:ext uri="{FF2B5EF4-FFF2-40B4-BE49-F238E27FC236}">
                <a16:creationId xmlns:a16="http://schemas.microsoft.com/office/drawing/2014/main" id="{227EE3CB-33AA-E1EF-BD4D-FE872F5E8D65}"/>
              </a:ext>
            </a:extLst>
          </p:cNvPr>
          <p:cNvSpPr>
            <a:spLocks noGrp="1"/>
          </p:cNvSpPr>
          <p:nvPr>
            <p:ph type="ftr" sz="quarter" idx="15"/>
          </p:nvPr>
        </p:nvSpPr>
        <p:spPr/>
        <p:txBody>
          <a:bodyPr rtlCol="0"/>
          <a:lstStyle/>
          <a:p>
            <a:pPr rtl="0"/>
            <a:r>
              <a:rPr lang="pt-br"/>
              <a:t>Exemplo de Texto de Rodapé</a:t>
            </a:r>
            <a:endParaRPr lang="en-US"/>
          </a:p>
        </p:txBody>
      </p:sp>
      <p:sp>
        <p:nvSpPr>
          <p:cNvPr id="41" name="Espaço Reservado para o Número do Slide 40">
            <a:extLst>
              <a:ext uri="{FF2B5EF4-FFF2-40B4-BE49-F238E27FC236}">
                <a16:creationId xmlns:a16="http://schemas.microsoft.com/office/drawing/2014/main" id="{28AE7F2B-F721-79E7-7462-157C98B25B59}"/>
              </a:ext>
            </a:extLst>
          </p:cNvPr>
          <p:cNvSpPr>
            <a:spLocks noGrp="1"/>
          </p:cNvSpPr>
          <p:nvPr>
            <p:ph type="sldNum" sz="quarter" idx="16"/>
          </p:nvPr>
        </p:nvSpPr>
        <p:spPr/>
        <p:txBody>
          <a:bodyPr rtlCol="0"/>
          <a:lstStyle/>
          <a:p>
            <a:pPr rtl="0"/>
            <a:fld id="{CC057153-B650-4DEB-B370-79DDCFDCE934}" type="slidenum">
              <a:rPr lang="en-US" smtClean="0"/>
              <a:pPr/>
              <a:t/>
            </a:fld>
            <a:endParaRPr lang="en-US"/>
          </a:p>
        </p:txBody>
      </p:sp>
      <p:cxnSp>
        <p:nvCxnSpPr>
          <p:cNvPr id="3" name="Conector Reto 2">
            <a:extLst>
              <a:ext uri="{FF2B5EF4-FFF2-40B4-BE49-F238E27FC236}">
                <a16:creationId xmlns:a16="http://schemas.microsoft.com/office/drawing/2014/main" id="{C0A23D82-12FF-B662-F377-51D819DCAA7F}"/>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2514600"/>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612648" y="2743200"/>
            <a:ext cx="8467558" cy="3474720"/>
          </a:xfrm>
        </p:spPr>
        <p:txBody>
          <a:bodyPr rtlCol="0">
            <a:normAutofit/>
          </a:bodyPr>
          <a:lstStyle>
            <a:lvl1pPr marL="285750" indent="-285750">
              <a:buFont typeface="Arial" panose="020B0604020202020204" pitchFamily="34" charset="0"/>
              <a:buChar char="•"/>
              <a:defRPr sz="1800" cap="all" spc="100" baseline="0"/>
            </a:lvl1pPr>
            <a:lvl2pPr>
              <a:defRPr sz="1800"/>
            </a:lvl2pPr>
            <a:lvl3pPr>
              <a:defRPr sz="1800"/>
            </a:lvl3pPr>
            <a:lvl4pPr>
              <a:defRPr sz="1800"/>
            </a:lvl4pPr>
            <a:lvl5pPr>
              <a:defRPr sz="18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12648" y="664108"/>
            <a:ext cx="8467558" cy="1554480"/>
          </a:xfrm>
        </p:spPr>
        <p:txBody>
          <a:bodyPr rtlCol="0" anchor="b">
            <a:normAutofit/>
          </a:bodyPr>
          <a:lstStyle>
            <a:lvl1pPr>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3708589210"/>
      </p:ext>
    </p:extLst>
  </p:cSld>
  <p:clrMapOvr>
    <a:masterClrMapping/>
  </p:clrMapOvr>
</p:sldLayout>
</file>

<file path=ppt/slideLayouts/slideLayout_80000009_940A3481.xml><?xml version="1.0" encoding="utf-8"?>
<p:sldLayout xmlns:a="http://schemas.openxmlformats.org/drawingml/2006/main" xmlns:r="http://schemas.openxmlformats.org/officeDocument/2006/relationships" xmlns:p="http://schemas.openxmlformats.org/presentationml/2006/main" type="obj" preserve="1">
  <p:cSld name="Título, Conteúdo 1 (Máx.)">
    <p:spTree>
      <p:nvGrpSpPr>
        <p:cNvPr id="1" name=""/>
        <p:cNvGrpSpPr/>
        <p:nvPr/>
      </p:nvGrpSpPr>
      <p:grpSpPr>
        <a:xfrm>
          <a:off x="0" y="0"/>
          <a:ext cx="0" cy="0"/>
          <a:chOff x="0" y="0"/>
          <a:chExt cx="0" cy="0"/>
        </a:xfrm>
      </p:grpSpPr>
      <p:sp>
        <p:nvSpPr>
          <p:cNvPr id="7" name="Espaço Reservado para Data 6">
            <a:extLst>
              <a:ext uri="{FF2B5EF4-FFF2-40B4-BE49-F238E27FC236}">
                <a16:creationId xmlns:a16="http://schemas.microsoft.com/office/drawing/2014/main" id="{43589EAA-E3B5-7904-98E0-CECB9A18DF78}"/>
              </a:ext>
            </a:extLst>
          </p:cNvPr>
          <p:cNvSpPr>
            <a:spLocks noGrp="1"/>
          </p:cNvSpPr>
          <p:nvPr>
            <p:ph type="dt" sz="half" idx="10"/>
          </p:nvPr>
        </p:nvSpPr>
        <p:spPr/>
        <p:txBody>
          <a:bodyPr rtlCol="0"/>
          <a:lstStyle/>
          <a:p>
            <a:pPr rtl="0"/>
            <a:r>
              <a:rPr lang="pt-br"/>
              <a:t>20XX</a:t>
            </a:r>
            <a:endParaRPr lang="en-US"/>
          </a:p>
        </p:txBody>
      </p:sp>
      <p:sp>
        <p:nvSpPr>
          <p:cNvPr id="8" name="Espaço Reservado para Rodapé 7">
            <a:extLst>
              <a:ext uri="{FF2B5EF4-FFF2-40B4-BE49-F238E27FC236}">
                <a16:creationId xmlns:a16="http://schemas.microsoft.com/office/drawing/2014/main" id="{E98B8381-1EBC-AEC1-0F78-956977AFB6D6}"/>
              </a:ext>
            </a:extLst>
          </p:cNvPr>
          <p:cNvSpPr>
            <a:spLocks noGrp="1"/>
          </p:cNvSpPr>
          <p:nvPr>
            <p:ph type="ftr" sz="quarter" idx="11"/>
          </p:nvPr>
        </p:nvSpPr>
        <p:spPr/>
        <p:txBody>
          <a:bodyPr rtlCol="0"/>
          <a:lstStyle/>
          <a:p>
            <a:pPr rtl="0"/>
            <a:r>
              <a:rPr lang="pt-br"/>
              <a:t>Amostra de Texto de Rodapé</a:t>
            </a:r>
            <a:endParaRPr lang="en-US"/>
          </a:p>
        </p:txBody>
      </p:sp>
      <p:sp>
        <p:nvSpPr>
          <p:cNvPr id="9" name="Espaço Reservado para o Número do Slide 8">
            <a:extLst>
              <a:ext uri="{FF2B5EF4-FFF2-40B4-BE49-F238E27FC236}">
                <a16:creationId xmlns:a16="http://schemas.microsoft.com/office/drawing/2014/main" id="{DF3DECDB-2EF3-B217-DA4B-FC0605CB9DFB}"/>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612649" y="1554480"/>
            <a:ext cx="11064240" cy="475488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612648"/>
            <a:ext cx="11064240" cy="914400"/>
          </a:xfrm>
        </p:spPr>
        <p:txBody>
          <a:bodyPr rtlCol="0" anchor="t" anchorCtr="0">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2483696769"/>
      </p:ext>
    </p:extLst>
  </p:cSld>
  <p:clrMapOvr>
    <a:masterClrMapping/>
  </p:clrMapOvr>
</p:sldLayout>
</file>

<file path=ppt/slideLayouts/slideLayout_80000018_36F5C743.xml><?xml version="1.0" encoding="utf-8"?>
<p:sldLayout xmlns:a="http://schemas.openxmlformats.org/drawingml/2006/main" xmlns:r="http://schemas.openxmlformats.org/officeDocument/2006/relationships" xmlns:p="http://schemas.openxmlformats.org/presentationml/2006/main" preserve="1">
  <p:cSld name="Título, Conteúdo 2">
    <p:spTree>
      <p:nvGrpSpPr>
        <p:cNvPr id="1" name=""/>
        <p:cNvGrpSpPr/>
        <p:nvPr/>
      </p:nvGrpSpPr>
      <p:grpSpPr>
        <a:xfrm>
          <a:off x="0" y="0"/>
          <a:ext cx="0" cy="0"/>
          <a:chOff x="0" y="0"/>
          <a:chExt cx="0" cy="0"/>
        </a:xfrm>
      </p:grpSpPr>
      <p:cxnSp>
        <p:nvCxnSpPr>
          <p:cNvPr id="17" name="Conector Reto 16">
            <a:extLst>
              <a:ext uri="{FF2B5EF4-FFF2-40B4-BE49-F238E27FC236}">
                <a16:creationId xmlns:a16="http://schemas.microsoft.com/office/drawing/2014/main" id="{6BA6D1CB-88BF-EFC6-CCD1-3B4AB573C705}"/>
              </a:ext>
            </a:extLst>
          </p:cNvPr>
          <p:cNvCxnSpPr>
            <a:cxnSpLocks/>
          </p:cNvCxnSpPr>
          <p:nvPr/>
        </p:nvCxnSpPr>
        <p:spPr>
          <a:xfrm rot="16200000" flipH="1">
            <a:off x="5698569"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8" name="Espaço Reservado para Data 17">
            <a:extLst>
              <a:ext uri="{FF2B5EF4-FFF2-40B4-BE49-F238E27FC236}">
                <a16:creationId xmlns:a16="http://schemas.microsoft.com/office/drawing/2014/main" id="{A83F8DDF-9CD6-1CF4-186D-16790D936941}"/>
              </a:ext>
            </a:extLst>
          </p:cNvPr>
          <p:cNvSpPr>
            <a:spLocks noGrp="1"/>
          </p:cNvSpPr>
          <p:nvPr>
            <p:ph type="dt" sz="half" idx="14"/>
          </p:nvPr>
        </p:nvSpPr>
        <p:spPr/>
        <p:txBody>
          <a:bodyPr rtlCol="0"/>
          <a:lstStyle/>
          <a:p>
            <a:pPr rtl="0"/>
            <a:r>
              <a:rPr lang="pt-br"/>
              <a:t>20XX</a:t>
            </a:r>
            <a:endParaRPr lang="en-US"/>
          </a:p>
        </p:txBody>
      </p:sp>
      <p:sp>
        <p:nvSpPr>
          <p:cNvPr id="19" name="Espaço Reservado para Rodapé 18">
            <a:extLst>
              <a:ext uri="{FF2B5EF4-FFF2-40B4-BE49-F238E27FC236}">
                <a16:creationId xmlns:a16="http://schemas.microsoft.com/office/drawing/2014/main" id="{B0A1E442-EF65-1E17-5729-A6BC962A249B}"/>
              </a:ext>
            </a:extLst>
          </p:cNvPr>
          <p:cNvSpPr>
            <a:spLocks noGrp="1"/>
          </p:cNvSpPr>
          <p:nvPr>
            <p:ph type="ftr" sz="quarter" idx="15"/>
          </p:nvPr>
        </p:nvSpPr>
        <p:spPr/>
        <p:txBody>
          <a:bodyPr rtlCol="0"/>
          <a:lstStyle/>
          <a:p>
            <a:pPr rtl="0"/>
            <a:r>
              <a:rPr lang="pt-br"/>
              <a:t>Amostra de Texto de Rodapé</a:t>
            </a:r>
            <a:endParaRPr lang="en-US"/>
          </a:p>
        </p:txBody>
      </p:sp>
      <p:sp>
        <p:nvSpPr>
          <p:cNvPr id="20" name="Espaço Reservado para o Número do Slide 19">
            <a:extLst>
              <a:ext uri="{FF2B5EF4-FFF2-40B4-BE49-F238E27FC236}">
                <a16:creationId xmlns:a16="http://schemas.microsoft.com/office/drawing/2014/main" id="{AB0F88FD-8FB0-20ED-A444-CFDC8EE8B07A}"/>
              </a:ext>
            </a:extLst>
          </p:cNvPr>
          <p:cNvSpPr>
            <a:spLocks noGrp="1"/>
          </p:cNvSpPr>
          <p:nvPr>
            <p:ph type="sldNum" sz="quarter" idx="16"/>
          </p:nvPr>
        </p:nvSpPr>
        <p:spPr/>
        <p:txBody>
          <a:bodyPr rtlCol="0"/>
          <a:lstStyle/>
          <a:p>
            <a:pPr rtl="0"/>
            <a:fld id="{CC057153-B650-4DEB-B370-79DDCFDCE934}" type="slidenum">
              <a:rPr lang="en-US" smtClean="0"/>
              <a:pPr/>
              <a:t/>
            </a:fld>
            <a:endParaRPr lang="en-US"/>
          </a:p>
        </p:txBody>
      </p:sp>
      <p:sp>
        <p:nvSpPr>
          <p:cNvPr id="4" name="Oval 3">
            <a:extLst>
              <a:ext uri="{FF2B5EF4-FFF2-40B4-BE49-F238E27FC236}">
                <a16:creationId xmlns:a16="http://schemas.microsoft.com/office/drawing/2014/main" id="{FFCFF5C0-9825-57E9-1B05-A0151B8CDFE0}"/>
              </a:ext>
            </a:extLst>
          </p:cNvPr>
          <p:cNvSpPr/>
          <p:nvPr userDrawn="1"/>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lvl="0" rtl="0"/>
            <a:endParaRPr lang="en-US">
              <a:solidFill>
                <a:schemeClr val="tx1"/>
              </a:solidFill>
            </a:endParaRPr>
          </a:p>
        </p:txBody>
      </p:sp>
      <p:grpSp>
        <p:nvGrpSpPr>
          <p:cNvPr id="5" name="Grupo 4">
            <a:extLst>
              <a:ext uri="{FF2B5EF4-FFF2-40B4-BE49-F238E27FC236}">
                <a16:creationId xmlns:a16="http://schemas.microsoft.com/office/drawing/2014/main" id="{C65ED5AA-2345-487C-0581-20B9544B9CE5}"/>
              </a:ext>
            </a:extLst>
          </p:cNvPr>
          <p:cNvGrpSpPr/>
          <p:nvPr userDrawn="1"/>
        </p:nvGrpSpPr>
        <p:grpSpPr>
          <a:xfrm rot="10800000">
            <a:off x="1079500" y="952167"/>
            <a:ext cx="641184" cy="1069728"/>
            <a:chOff x="6484111" y="2967038"/>
            <a:chExt cx="641184" cy="1069728"/>
          </a:xfrm>
        </p:grpSpPr>
        <p:grpSp>
          <p:nvGrpSpPr>
            <p:cNvPr id="6" name="Grupo 5">
              <a:extLst>
                <a:ext uri="{FF2B5EF4-FFF2-40B4-BE49-F238E27FC236}">
                  <a16:creationId xmlns:a16="http://schemas.microsoft.com/office/drawing/2014/main" id="{5204E3A2-EA8E-A93F-C758-9AB42C425CCC}"/>
                </a:ext>
              </a:extLst>
            </p:cNvPr>
            <p:cNvGrpSpPr/>
            <p:nvPr/>
          </p:nvGrpSpPr>
          <p:grpSpPr>
            <a:xfrm>
              <a:off x="6808136" y="2967038"/>
              <a:ext cx="317159" cy="932400"/>
              <a:chOff x="6808136" y="2967038"/>
              <a:chExt cx="317159" cy="932400"/>
            </a:xfrm>
          </p:grpSpPr>
          <p:sp>
            <p:nvSpPr>
              <p:cNvPr id="25" name="Forma Livre 68">
                <a:extLst>
                  <a:ext uri="{FF2B5EF4-FFF2-40B4-BE49-F238E27FC236}">
                    <a16:creationId xmlns:a16="http://schemas.microsoft.com/office/drawing/2014/main" id="{0A98D6CA-F08C-050B-7DBC-0DD12D239EB9}"/>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6" name="Forma Livre 69">
                <a:extLst>
                  <a:ext uri="{FF2B5EF4-FFF2-40B4-BE49-F238E27FC236}">
                    <a16:creationId xmlns:a16="http://schemas.microsoft.com/office/drawing/2014/main" id="{C0A2E882-438D-8168-8A7A-79E8F2E897F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7" name="Linha 70">
                <a:extLst>
                  <a:ext uri="{FF2B5EF4-FFF2-40B4-BE49-F238E27FC236}">
                    <a16:creationId xmlns:a16="http://schemas.microsoft.com/office/drawing/2014/main" id="{ECD7DEE2-A183-06A9-0A2A-0E1737EF75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21" name="Grupo 20">
              <a:extLst>
                <a:ext uri="{FF2B5EF4-FFF2-40B4-BE49-F238E27FC236}">
                  <a16:creationId xmlns:a16="http://schemas.microsoft.com/office/drawing/2014/main" id="{92DCEECB-E38E-CE3C-195A-CCE650A36B99}"/>
                </a:ext>
              </a:extLst>
            </p:cNvPr>
            <p:cNvGrpSpPr/>
            <p:nvPr/>
          </p:nvGrpSpPr>
          <p:grpSpPr>
            <a:xfrm rot="18900000" flipH="1">
              <a:off x="6484111" y="3104366"/>
              <a:ext cx="317159" cy="932400"/>
              <a:chOff x="6808136" y="2967038"/>
              <a:chExt cx="317159" cy="932400"/>
            </a:xfrm>
          </p:grpSpPr>
          <p:sp>
            <p:nvSpPr>
              <p:cNvPr id="22" name="Forma Livre 68">
                <a:extLst>
                  <a:ext uri="{FF2B5EF4-FFF2-40B4-BE49-F238E27FC236}">
                    <a16:creationId xmlns:a16="http://schemas.microsoft.com/office/drawing/2014/main" id="{29CB368B-FC86-CF4E-8046-2B835CB73D08}"/>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3" name="Forma Livre 69">
                <a:extLst>
                  <a:ext uri="{FF2B5EF4-FFF2-40B4-BE49-F238E27FC236}">
                    <a16:creationId xmlns:a16="http://schemas.microsoft.com/office/drawing/2014/main" id="{741D373D-58D4-51FC-3905-C7324B66B1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4" name="Linha 70">
                <a:extLst>
                  <a:ext uri="{FF2B5EF4-FFF2-40B4-BE49-F238E27FC236}">
                    <a16:creationId xmlns:a16="http://schemas.microsoft.com/office/drawing/2014/main" id="{B41C2481-8AC7-F4C6-7C20-CC661D2FC1F1}"/>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8" name="Espaço Reservado para Conteúdo 7">
            <a:extLst>
              <a:ext uri="{FF2B5EF4-FFF2-40B4-BE49-F238E27FC236}">
                <a16:creationId xmlns:a16="http://schemas.microsoft.com/office/drawing/2014/main" id="{7D633F00-464B-3088-812A-40496FD1021A}"/>
              </a:ext>
            </a:extLst>
          </p:cNvPr>
          <p:cNvSpPr>
            <a:spLocks noGrp="1"/>
          </p:cNvSpPr>
          <p:nvPr>
            <p:ph sz="quarter" idx="13"/>
          </p:nvPr>
        </p:nvSpPr>
        <p:spPr>
          <a:xfrm>
            <a:off x="6583680" y="2199132"/>
            <a:ext cx="4325112" cy="2459736"/>
          </a:xfrm>
        </p:spPr>
        <p:txBody>
          <a:bodyPr rtlCol="0" anchor="ctr"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028347" y="2199132"/>
            <a:ext cx="4325112" cy="2459736"/>
          </a:xfrm>
        </p:spPr>
        <p:txBody>
          <a:bodyPr rtlCol="0" anchor="ctr" anchorCtr="0">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922076995"/>
      </p:ext>
    </p:extLst>
  </p:cSld>
  <p:clrMapOvr>
    <a:masterClrMapping/>
  </p:clrMapOvr>
</p:sldLayout>
</file>

<file path=ppt/slideLayouts/slideLayout_80000019_E8375F4.xml><?xml version="1.0" encoding="utf-8"?>
<p:sldLayout xmlns:a="http://schemas.openxmlformats.org/drawingml/2006/main" xmlns:r="http://schemas.openxmlformats.org/officeDocument/2006/relationships" xmlns:p="http://schemas.openxmlformats.org/presentationml/2006/main" preserve="1">
  <p:cSld name="Título, Conteúdo 3">
    <p:spTree>
      <p:nvGrpSpPr>
        <p:cNvPr id="1" name=""/>
        <p:cNvGrpSpPr/>
        <p:nvPr/>
      </p:nvGrpSpPr>
      <p:grpSpPr>
        <a:xfrm>
          <a:off x="0" y="0"/>
          <a:ext cx="0" cy="0"/>
          <a:chOff x="0" y="0"/>
          <a:chExt cx="0" cy="0"/>
        </a:xfrm>
      </p:grpSpPr>
      <p:sp>
        <p:nvSpPr>
          <p:cNvPr id="7" name="Espaço Reservado para Data 6">
            <a:extLst>
              <a:ext uri="{FF2B5EF4-FFF2-40B4-BE49-F238E27FC236}">
                <a16:creationId xmlns:a16="http://schemas.microsoft.com/office/drawing/2014/main" id="{8761CFCC-60CB-253B-AD6D-9EC1BD8C8130}"/>
              </a:ext>
            </a:extLst>
          </p:cNvPr>
          <p:cNvSpPr>
            <a:spLocks noGrp="1"/>
          </p:cNvSpPr>
          <p:nvPr>
            <p:ph type="dt" sz="half" idx="14"/>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38E61F94-9AF3-2A06-6E98-0F1C2086859A}"/>
              </a:ext>
            </a:extLst>
          </p:cNvPr>
          <p:cNvSpPr>
            <a:spLocks noGrp="1"/>
          </p:cNvSpPr>
          <p:nvPr>
            <p:ph type="ftr" sz="quarter" idx="15"/>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6456F75C-0D2D-5CE1-B2F3-31FAA67D0AEA}"/>
              </a:ext>
            </a:extLst>
          </p:cNvPr>
          <p:cNvSpPr>
            <a:spLocks noGrp="1"/>
          </p:cNvSpPr>
          <p:nvPr>
            <p:ph type="sldNum" sz="quarter" idx="16"/>
          </p:nvPr>
        </p:nvSpPr>
        <p:spPr/>
        <p:txBody>
          <a:bodyPr rtlCol="0"/>
          <a:lstStyle/>
          <a:p>
            <a:pPr rtl="0"/>
            <a:fld id="{CC057153-B650-4DEB-B370-79DDCFDCE934}" type="slidenum">
              <a:rPr lang="en-US" smtClean="0"/>
              <a:pPr/>
              <a:t/>
            </a:fld>
            <a:endParaRPr lang="en-US"/>
          </a:p>
        </p:txBody>
      </p:sp>
      <p:cxnSp>
        <p:nvCxnSpPr>
          <p:cNvPr id="3" name="Conector Reto 2">
            <a:extLst>
              <a:ext uri="{FF2B5EF4-FFF2-40B4-BE49-F238E27FC236}">
                <a16:creationId xmlns:a16="http://schemas.microsoft.com/office/drawing/2014/main" id="{BB7E99DB-C241-0C01-308E-CA8815B750F5}"/>
              </a:ext>
              <a:ext uri="{C183D7F6-B498-43B3-948B-1728B52AA6E4}">
                <adec:decorative xmlns:adec="http://schemas.microsoft.com/office/drawing/2017/decorative" val="0"/>
              </a:ext>
            </a:extLst>
          </p:cNvPr>
          <p:cNvCxnSpPr>
            <a:cxnSpLocks/>
          </p:cNvCxnSpPr>
          <p:nvPr/>
        </p:nvCxnSpPr>
        <p:spPr>
          <a:xfrm>
            <a:off x="5180565" y="540000"/>
            <a:ext cx="0" cy="577800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D42D62A0-8127-CE86-0633-0D65E1E136F7}"/>
              </a:ext>
            </a:extLst>
          </p:cNvPr>
          <p:cNvSpPr>
            <a:spLocks noGrp="1"/>
          </p:cNvSpPr>
          <p:nvPr>
            <p:ph sz="quarter" idx="13"/>
          </p:nvPr>
        </p:nvSpPr>
        <p:spPr>
          <a:xfrm>
            <a:off x="5519738" y="1651000"/>
            <a:ext cx="4956048" cy="3556000"/>
          </a:xfrm>
        </p:spPr>
        <p:txBody>
          <a:bodyPr rtlCol="0" anchor="ctr" anchorCtr="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028347" y="1650492"/>
            <a:ext cx="3813048" cy="3557016"/>
          </a:xfrm>
        </p:spPr>
        <p:txBody>
          <a:bodyPr rtlCol="0" anchor="ctr" anchorCtr="0">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243496436"/>
      </p:ext>
    </p:extLst>
  </p:cSld>
  <p:clrMapOvr>
    <a:masterClrMapping/>
  </p:clrMapOvr>
</p:sldLayout>
</file>

<file path=ppt/slideLayouts/slideLayout_80000020_87B783A.xml><?xml version="1.0" encoding="utf-8"?>
<p:sldLayout xmlns:a="http://schemas.openxmlformats.org/drawingml/2006/main" xmlns:r="http://schemas.openxmlformats.org/officeDocument/2006/relationships" xmlns:p="http://schemas.openxmlformats.org/presentationml/2006/main" preserve="1">
  <p:cSld name="Foto do Conteúdo 4">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21C9C6E9-9B59-6CB5-CBAA-81921EB86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0186" y="0"/>
            <a:ext cx="4061814"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8417562" y="266700"/>
            <a:ext cx="3525516" cy="6324600"/>
          </a:xfrm>
          <a:blipFill>
            <a:blip r:embed="rId2">
              <a:alphaModFix amt="60000"/>
            </a:blip>
            <a:stretch>
              <a:fillRect/>
            </a:stretch>
          </a:blipFill>
        </p:spPr>
        <p:txBody>
          <a:bodyPr rtlCol="0"/>
          <a:lstStyle/>
          <a:p>
            <a:pPr rtl="0"/>
            <a:r>
              <a:rPr lang="pt-br"/>
              <a:t>Clique no ícone para adicionar uma imagem</a:t>
            </a:r>
          </a:p>
        </p:txBody>
      </p:sp>
      <p:sp>
        <p:nvSpPr>
          <p:cNvPr id="5" name="Espaço Reservado para Data 4">
            <a:extLst>
              <a:ext uri="{FF2B5EF4-FFF2-40B4-BE49-F238E27FC236}">
                <a16:creationId xmlns:a16="http://schemas.microsoft.com/office/drawing/2014/main" id="{F5F5B7C9-DFBD-0D0B-DA25-6C70107F9A63}"/>
              </a:ext>
            </a:extLst>
          </p:cNvPr>
          <p:cNvSpPr>
            <a:spLocks noGrp="1"/>
          </p:cNvSpPr>
          <p:nvPr>
            <p:ph type="dt" sz="half" idx="15"/>
          </p:nvPr>
        </p:nvSpPr>
        <p:spPr/>
        <p:txBody>
          <a:bodyPr rtlCol="0"/>
          <a:lstStyle/>
          <a:p>
            <a:pPr rtl="0"/>
            <a:r>
              <a:rPr lang="pt-br"/>
              <a:t>20XX</a:t>
            </a:r>
            <a:endParaRPr lang="en-US"/>
          </a:p>
        </p:txBody>
      </p:sp>
      <p:sp>
        <p:nvSpPr>
          <p:cNvPr id="6" name="Espaço Reservado para Rodapé 5">
            <a:extLst>
              <a:ext uri="{FF2B5EF4-FFF2-40B4-BE49-F238E27FC236}">
                <a16:creationId xmlns:a16="http://schemas.microsoft.com/office/drawing/2014/main" id="{4B9366FE-6506-3577-B7CC-1B690383E5D0}"/>
              </a:ext>
            </a:extLst>
          </p:cNvPr>
          <p:cNvSpPr>
            <a:spLocks noGrp="1"/>
          </p:cNvSpPr>
          <p:nvPr>
            <p:ph type="ftr" sz="quarter" idx="16"/>
          </p:nvPr>
        </p:nvSpPr>
        <p:spPr>
          <a:xfrm>
            <a:off x="2011680" y="6355080"/>
            <a:ext cx="4242816" cy="457200"/>
          </a:xfrm>
        </p:spPr>
        <p:txBody>
          <a:bodyPr rtlCol="0"/>
          <a:lstStyle/>
          <a:p>
            <a:pPr rtl="0"/>
            <a:r>
              <a:rPr lang="pt-br"/>
              <a:t>Exemplo de Texto de Rodapé</a:t>
            </a:r>
            <a:endParaRPr lang="en-US"/>
          </a:p>
        </p:txBody>
      </p:sp>
      <p:sp>
        <p:nvSpPr>
          <p:cNvPr id="7" name="Espaço Reservado para o Número do Slide 6">
            <a:extLst>
              <a:ext uri="{FF2B5EF4-FFF2-40B4-BE49-F238E27FC236}">
                <a16:creationId xmlns:a16="http://schemas.microsoft.com/office/drawing/2014/main" id="{CDF93961-7717-5300-E6D4-6F2EFD850BE0}"/>
              </a:ext>
            </a:extLst>
          </p:cNvPr>
          <p:cNvSpPr>
            <a:spLocks noGrp="1"/>
          </p:cNvSpPr>
          <p:nvPr>
            <p:ph type="sldNum" sz="quarter" idx="17"/>
          </p:nvPr>
        </p:nvSpPr>
        <p:spPr>
          <a:xfrm>
            <a:off x="6486145" y="6355080"/>
            <a:ext cx="1292352"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612648" y="1645920"/>
            <a:ext cx="7040880" cy="46634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493776"/>
            <a:ext cx="7040880" cy="932688"/>
          </a:xfrm>
        </p:spPr>
        <p:txBody>
          <a:bodyPr rtlCol="0" anchor="b"/>
          <a:lstStyle/>
          <a:p>
            <a:pPr rtl="0"/>
            <a:r>
              <a:rPr lang="pt-br"/>
              <a:t>Clique para editar o estilo de título Mestre</a:t>
            </a:r>
          </a:p>
        </p:txBody>
      </p:sp>
    </p:spTree>
    <p:extLst>
      <p:ext uri="{BB962C8B-B14F-4D97-AF65-F5344CB8AC3E}">
        <p14:creationId xmlns:p14="http://schemas.microsoft.com/office/powerpoint/2010/main" val="142309434"/>
      </p:ext>
    </p:extLst>
  </p:cSld>
  <p:clrMapOvr>
    <a:masterClrMapping/>
  </p:clrMapOvr>
</p:sldLayout>
</file>

<file path=ppt/slideLayouts/slideLayout_80000021_ADBEA9FE.xml><?xml version="1.0" encoding="utf-8"?>
<p:sldLayout xmlns:a="http://schemas.openxmlformats.org/drawingml/2006/main" xmlns:r="http://schemas.openxmlformats.org/officeDocument/2006/relationships" xmlns:p="http://schemas.openxmlformats.org/presentationml/2006/main" preserve="1">
  <p:cSld name="Foto do Conteúdo 5">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E7C0A1BE-4C45-81D4-ABF3-6F790F3AD9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6611509"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239485" y="293098"/>
            <a:ext cx="6139543" cy="6271804"/>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9C5961B9-C2AC-2803-FD47-AB438BEED8B2}"/>
              </a:ext>
            </a:extLst>
          </p:cNvPr>
          <p:cNvSpPr>
            <a:spLocks noGrp="1"/>
          </p:cNvSpPr>
          <p:nvPr>
            <p:ph type="dt" sz="half" idx="15"/>
          </p:nvPr>
        </p:nvSpPr>
        <p:spPr>
          <a:xfrm>
            <a:off x="7253744" y="6355080"/>
            <a:ext cx="829551" cy="457200"/>
          </a:xfrm>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7E570B5D-0A02-5A8F-6565-3C4BEF3D35A5}"/>
              </a:ext>
            </a:extLst>
          </p:cNvPr>
          <p:cNvSpPr>
            <a:spLocks noGrp="1"/>
          </p:cNvSpPr>
          <p:nvPr>
            <p:ph type="ftr" sz="quarter" idx="16"/>
          </p:nvPr>
        </p:nvSpPr>
        <p:spPr>
          <a:xfrm>
            <a:off x="7923162" y="6355080"/>
            <a:ext cx="3023616" cy="457200"/>
          </a:xfrm>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29754DA5-C2B1-32FF-272D-B527329263CA}"/>
              </a:ext>
            </a:extLst>
          </p:cNvPr>
          <p:cNvSpPr>
            <a:spLocks noGrp="1"/>
          </p:cNvSpPr>
          <p:nvPr>
            <p:ph type="sldNum" sz="quarter" idx="17"/>
          </p:nvPr>
        </p:nvSpPr>
        <p:spPr>
          <a:xfrm>
            <a:off x="11021567" y="6355080"/>
            <a:ext cx="644251"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7FF0220E-48F8-B4D9-19DE-7B457C3C221C}"/>
              </a:ext>
            </a:extLst>
          </p:cNvPr>
          <p:cNvSpPr>
            <a:spLocks noGrp="1"/>
          </p:cNvSpPr>
          <p:nvPr>
            <p:ph sz="quarter" idx="14"/>
          </p:nvPr>
        </p:nvSpPr>
        <p:spPr>
          <a:xfrm>
            <a:off x="7253745" y="2194560"/>
            <a:ext cx="4362450" cy="409575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254126" y="457200"/>
            <a:ext cx="4361688" cy="1527048"/>
          </a:xfrm>
        </p:spPr>
        <p:txBody>
          <a:bodyPr rtlCol="0" anchor="b"/>
          <a:lstStyle/>
          <a:p>
            <a:pPr rtl="0"/>
            <a:r>
              <a:rPr lang="pt-br"/>
              <a:t>Clique para editar o estilo de título Mestre</a:t>
            </a:r>
            <a:endParaRPr lang="en-US"/>
          </a:p>
        </p:txBody>
      </p:sp>
    </p:spTree>
    <p:extLst>
      <p:ext uri="{BB962C8B-B14F-4D97-AF65-F5344CB8AC3E}">
        <p14:creationId xmlns:p14="http://schemas.microsoft.com/office/powerpoint/2010/main" val="2914953726"/>
      </p:ext>
    </p:extLst>
  </p:cSld>
  <p:clrMapOvr>
    <a:masterClrMapping/>
  </p:clrMapOvr>
</p:sldLayout>
</file>

<file path=ppt/slideLayouts/slideLayout_80000022_12361E4F.xml><?xml version="1.0" encoding="utf-8"?>
<p:sldLayout xmlns:a="http://schemas.openxmlformats.org/drawingml/2006/main" xmlns:r="http://schemas.openxmlformats.org/officeDocument/2006/relationships" xmlns:p="http://schemas.openxmlformats.org/presentationml/2006/main" preserve="1">
  <p:cSld name="Foto do Conteúdo 6">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EAB84969-B881-505B-0A1C-4DB2779B6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80491" y="0"/>
            <a:ext cx="6611509"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5823856" y="223157"/>
            <a:ext cx="6117771" cy="6411686"/>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1CB72A4B-5080-228F-D7D4-8E1C9ED103B3}"/>
              </a:ext>
            </a:extLst>
          </p:cNvPr>
          <p:cNvSpPr>
            <a:spLocks noGrp="1"/>
          </p:cNvSpPr>
          <p:nvPr>
            <p:ph type="dt" sz="half" idx="15"/>
          </p:nvPr>
        </p:nvSpPr>
        <p:spPr>
          <a:xfrm>
            <a:off x="612648" y="6355080"/>
            <a:ext cx="533400" cy="457200"/>
          </a:xfrm>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5CC07534-A148-E252-4047-DD88311677FF}"/>
              </a:ext>
            </a:extLst>
          </p:cNvPr>
          <p:cNvSpPr>
            <a:spLocks noGrp="1"/>
          </p:cNvSpPr>
          <p:nvPr>
            <p:ph type="ftr" sz="quarter" idx="16"/>
          </p:nvPr>
        </p:nvSpPr>
        <p:spPr>
          <a:xfrm>
            <a:off x="1281684" y="6355080"/>
            <a:ext cx="3023616" cy="457200"/>
          </a:xfrm>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87A32912-5759-1251-BE8C-0FD8C834FDA8}"/>
              </a:ext>
            </a:extLst>
          </p:cNvPr>
          <p:cNvSpPr>
            <a:spLocks noGrp="1"/>
          </p:cNvSpPr>
          <p:nvPr>
            <p:ph type="sldNum" sz="quarter" idx="17"/>
          </p:nvPr>
        </p:nvSpPr>
        <p:spPr>
          <a:xfrm>
            <a:off x="4169665" y="6355080"/>
            <a:ext cx="939712"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613061" y="2194560"/>
            <a:ext cx="4360863" cy="409575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457200"/>
            <a:ext cx="4361688" cy="1527048"/>
          </a:xfrm>
        </p:spPr>
        <p:txBody>
          <a:bodyPr rtlCol="0" anchor="b"/>
          <a:lstStyle/>
          <a:p>
            <a:pPr rtl="0"/>
            <a:r>
              <a:rPr lang="pt-br"/>
              <a:t>Clique para editar o estilo de título Mestre</a:t>
            </a:r>
            <a:endParaRPr lang="en-US"/>
          </a:p>
        </p:txBody>
      </p:sp>
    </p:spTree>
    <p:extLst>
      <p:ext uri="{BB962C8B-B14F-4D97-AF65-F5344CB8AC3E}">
        <p14:creationId xmlns:p14="http://schemas.microsoft.com/office/powerpoint/2010/main" val="305536591"/>
      </p:ext>
    </p:extLst>
  </p:cSld>
  <p:clrMapOvr>
    <a:masterClrMapping/>
  </p:clrMapOvr>
</p:sldLayout>
</file>

<file path=ppt/slideLayouts/slideLayout_80000023_D3311595.xml><?xml version="1.0" encoding="utf-8"?>
<p:sldLayout xmlns:a="http://schemas.openxmlformats.org/drawingml/2006/main" xmlns:r="http://schemas.openxmlformats.org/officeDocument/2006/relationships" xmlns:p="http://schemas.openxmlformats.org/presentationml/2006/main" preserve="1">
  <p:cSld name="Foto do Conteúdo 7">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BAB6C3A7-8C5F-8AF8-225B-6C7801436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53294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206829" y="234043"/>
            <a:ext cx="6085114" cy="6389914"/>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40C384E9-4DAD-0A23-8382-03C515802C12}"/>
              </a:ext>
            </a:extLst>
          </p:cNvPr>
          <p:cNvSpPr>
            <a:spLocks noGrp="1"/>
          </p:cNvSpPr>
          <p:nvPr>
            <p:ph type="dt" sz="half" idx="15"/>
          </p:nvPr>
        </p:nvSpPr>
        <p:spPr>
          <a:xfrm>
            <a:off x="7094552" y="6355080"/>
            <a:ext cx="624009" cy="457200"/>
          </a:xfrm>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7D87FD27-47D3-C204-BA84-0FCB12695DD6}"/>
              </a:ext>
            </a:extLst>
          </p:cNvPr>
          <p:cNvSpPr>
            <a:spLocks noGrp="1"/>
          </p:cNvSpPr>
          <p:nvPr>
            <p:ph type="ftr" sz="quarter" idx="16"/>
          </p:nvPr>
        </p:nvSpPr>
        <p:spPr>
          <a:xfrm>
            <a:off x="7718562" y="6355080"/>
            <a:ext cx="3274918" cy="457200"/>
          </a:xfrm>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67DDD9B2-CB58-7BA3-CD4C-F2D46308550A}"/>
              </a:ext>
            </a:extLst>
          </p:cNvPr>
          <p:cNvSpPr>
            <a:spLocks noGrp="1"/>
          </p:cNvSpPr>
          <p:nvPr>
            <p:ph type="sldNum" sz="quarter" idx="17"/>
          </p:nvPr>
        </p:nvSpPr>
        <p:spPr>
          <a:xfrm>
            <a:off x="11253215" y="6355080"/>
            <a:ext cx="412603"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7FF0220E-48F8-B4D9-19DE-7B457C3C221C}"/>
              </a:ext>
            </a:extLst>
          </p:cNvPr>
          <p:cNvSpPr>
            <a:spLocks noGrp="1"/>
          </p:cNvSpPr>
          <p:nvPr>
            <p:ph sz="quarter" idx="14"/>
          </p:nvPr>
        </p:nvSpPr>
        <p:spPr>
          <a:xfrm>
            <a:off x="7099721" y="1417320"/>
            <a:ext cx="4512601" cy="498348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rtlCol="0" anchor="b"/>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3543209365"/>
      </p:ext>
    </p:extLst>
  </p:cSld>
  <p:clrMapOvr>
    <a:masterClrMapping/>
  </p:clrMapOvr>
</p:sldLayout>
</file>

<file path=ppt/slideLayouts/slideLayout_80000024_BCAF06CE.xml><?xml version="1.0" encoding="utf-8"?>
<p:sldLayout xmlns:a="http://schemas.openxmlformats.org/drawingml/2006/main" xmlns:r="http://schemas.openxmlformats.org/officeDocument/2006/relationships" xmlns:p="http://schemas.openxmlformats.org/presentationml/2006/main" preserve="1">
  <p:cSld name="Foto do Conteúdo 8">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3C90C267-E8BA-E190-801F-01F6D90AEA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7720" y="0"/>
            <a:ext cx="627428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6275831" y="320040"/>
            <a:ext cx="5578711" cy="6233160"/>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0F16F48E-6F58-BBD9-F92F-F41CFDC5C4E0}"/>
              </a:ext>
            </a:extLst>
          </p:cNvPr>
          <p:cNvSpPr>
            <a:spLocks noGrp="1"/>
          </p:cNvSpPr>
          <p:nvPr>
            <p:ph type="dt" sz="half" idx="15"/>
          </p:nvPr>
        </p:nvSpPr>
        <p:spPr>
          <a:xfrm>
            <a:off x="612648" y="6355080"/>
            <a:ext cx="472440" cy="457200"/>
          </a:xfrm>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65478CC8-5305-BEF9-226E-178D470B9C7E}"/>
              </a:ext>
            </a:extLst>
          </p:cNvPr>
          <p:cNvSpPr>
            <a:spLocks noGrp="1"/>
          </p:cNvSpPr>
          <p:nvPr>
            <p:ph type="ftr" sz="quarter" idx="16"/>
          </p:nvPr>
        </p:nvSpPr>
        <p:spPr>
          <a:xfrm>
            <a:off x="1466864" y="6355080"/>
            <a:ext cx="3137889" cy="457200"/>
          </a:xfrm>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38D3C94C-1FF1-CAA0-7963-B4DAEBB80E76}"/>
              </a:ext>
            </a:extLst>
          </p:cNvPr>
          <p:cNvSpPr>
            <a:spLocks noGrp="1"/>
          </p:cNvSpPr>
          <p:nvPr>
            <p:ph type="sldNum" sz="quarter" idx="17"/>
          </p:nvPr>
        </p:nvSpPr>
        <p:spPr>
          <a:xfrm>
            <a:off x="4681729" y="6355080"/>
            <a:ext cx="890016"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612648" y="1417320"/>
            <a:ext cx="4846320" cy="493776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846320" cy="932688"/>
          </a:xfrm>
        </p:spPr>
        <p:txBody>
          <a:bodyPr rtlCol="0" anchor="b"/>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3165587150"/>
      </p:ext>
    </p:extLst>
  </p:cSld>
  <p:clrMapOvr>
    <a:masterClrMapping/>
  </p:clrMapOvr>
</p:sldLayout>
</file>

<file path=ppt/slideLayouts/slideLayout_80000025_5035C47E.xml><?xml version="1.0" encoding="utf-8"?>
<p:sldLayout xmlns:a="http://schemas.openxmlformats.org/drawingml/2006/main" xmlns:r="http://schemas.openxmlformats.org/officeDocument/2006/relationships" xmlns:p="http://schemas.openxmlformats.org/presentationml/2006/main" preserve="1">
  <p:cSld name="Foto do Conteúdo 9">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04ED7B93-A65D-2707-91B8-A1150C7C3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7584144"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239484" y="283029"/>
            <a:ext cx="7064829" cy="6302828"/>
          </a:xfrm>
          <a:blipFill>
            <a:blip r:embed="rId2">
              <a:alphaModFix amt="60000"/>
            </a:blip>
            <a:stretch>
              <a:fillRect/>
            </a:stretch>
          </a:blipFill>
        </p:spPr>
        <p:txBody>
          <a:bodyPr rtlCol="0"/>
          <a:lstStyle/>
          <a:p>
            <a:pPr rtl="0"/>
            <a:r>
              <a:rPr lang="pt-br"/>
              <a:t>Clique no ícone para adicionar uma imagem</a:t>
            </a:r>
          </a:p>
        </p:txBody>
      </p:sp>
      <p:sp>
        <p:nvSpPr>
          <p:cNvPr id="5" name="Espaço Reservado para Data 4">
            <a:extLst>
              <a:ext uri="{FF2B5EF4-FFF2-40B4-BE49-F238E27FC236}">
                <a16:creationId xmlns:a16="http://schemas.microsoft.com/office/drawing/2014/main" id="{B97C2C01-4B2B-2A7F-7F58-2CD830D12147}"/>
              </a:ext>
            </a:extLst>
          </p:cNvPr>
          <p:cNvSpPr>
            <a:spLocks noGrp="1"/>
          </p:cNvSpPr>
          <p:nvPr>
            <p:ph type="dt" sz="half" idx="15"/>
          </p:nvPr>
        </p:nvSpPr>
        <p:spPr>
          <a:xfrm>
            <a:off x="8041344" y="6355080"/>
            <a:ext cx="493054" cy="457200"/>
          </a:xfrm>
        </p:spPr>
        <p:txBody>
          <a:bodyPr rtlCol="0"/>
          <a:lstStyle/>
          <a:p>
            <a:pPr rtl="0"/>
            <a:r>
              <a:rPr lang="pt-br"/>
              <a:t>20XX</a:t>
            </a:r>
            <a:endParaRPr lang="en-US"/>
          </a:p>
        </p:txBody>
      </p:sp>
      <p:sp>
        <p:nvSpPr>
          <p:cNvPr id="6" name="Espaço Reservado para Rodapé 5">
            <a:extLst>
              <a:ext uri="{FF2B5EF4-FFF2-40B4-BE49-F238E27FC236}">
                <a16:creationId xmlns:a16="http://schemas.microsoft.com/office/drawing/2014/main" id="{05E917B9-F73E-CD11-59A3-BD816DFAE2E7}"/>
              </a:ext>
            </a:extLst>
          </p:cNvPr>
          <p:cNvSpPr>
            <a:spLocks noGrp="1"/>
          </p:cNvSpPr>
          <p:nvPr>
            <p:ph type="ftr" sz="quarter" idx="16"/>
          </p:nvPr>
        </p:nvSpPr>
        <p:spPr>
          <a:xfrm>
            <a:off x="8406385" y="6355080"/>
            <a:ext cx="2682238" cy="457200"/>
          </a:xfrm>
        </p:spPr>
        <p:txBody>
          <a:bodyPr rtlCol="0"/>
          <a:lstStyle/>
          <a:p>
            <a:pPr rtl="0"/>
            <a:r>
              <a:rPr lang="pt-br"/>
              <a:t>Exemplo de Texto de Rodapé</a:t>
            </a:r>
            <a:endParaRPr lang="en-US"/>
          </a:p>
        </p:txBody>
      </p:sp>
      <p:sp>
        <p:nvSpPr>
          <p:cNvPr id="7" name="Espaço Reservado para o Número do Slide 6">
            <a:extLst>
              <a:ext uri="{FF2B5EF4-FFF2-40B4-BE49-F238E27FC236}">
                <a16:creationId xmlns:a16="http://schemas.microsoft.com/office/drawing/2014/main" id="{CA194A8F-F439-5C4F-E261-4D0645BD5B2C}"/>
              </a:ext>
            </a:extLst>
          </p:cNvPr>
          <p:cNvSpPr>
            <a:spLocks noGrp="1"/>
          </p:cNvSpPr>
          <p:nvPr>
            <p:ph type="sldNum" sz="quarter" idx="17"/>
          </p:nvPr>
        </p:nvSpPr>
        <p:spPr>
          <a:xfrm>
            <a:off x="11116431" y="6355080"/>
            <a:ext cx="449179"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401568" cy="4136258"/>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046720" y="502920"/>
            <a:ext cx="3401568" cy="1527048"/>
          </a:xfrm>
        </p:spPr>
        <p:txBody>
          <a:bodyPr rtlCol="0" anchor="b">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1345700990"/>
      </p:ext>
    </p:extLst>
  </p:cSld>
  <p:clrMapOvr>
    <a:masterClrMapping/>
  </p:clrMapOvr>
</p:sldLayout>
</file>

<file path=ppt/slideLayouts/slideLayout_80000026_820DB9D6.xml><?xml version="1.0" encoding="utf-8"?>
<p:sldLayout xmlns:a="http://schemas.openxmlformats.org/drawingml/2006/main" xmlns:r="http://schemas.openxmlformats.org/officeDocument/2006/relationships" xmlns:p="http://schemas.openxmlformats.org/presentationml/2006/main" preserve="1">
  <p:cSld name="Foto do Conteúdo 10">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6420DB8C-92F1-7962-0FA5-B67E37C61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1780" y="0"/>
            <a:ext cx="743022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4985323" y="227784"/>
            <a:ext cx="6988963" cy="6402431"/>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8C0BA12E-DFA3-A99A-8239-37C95D4401E7}"/>
              </a:ext>
            </a:extLst>
          </p:cNvPr>
          <p:cNvSpPr>
            <a:spLocks noGrp="1"/>
          </p:cNvSpPr>
          <p:nvPr>
            <p:ph type="dt" sz="half" idx="15"/>
          </p:nvPr>
        </p:nvSpPr>
        <p:spPr>
          <a:xfrm>
            <a:off x="457200" y="6355080"/>
            <a:ext cx="723900" cy="457200"/>
          </a:xfrm>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0D61AEDB-9E6A-FD5E-58CE-60D0B3040D0F}"/>
              </a:ext>
            </a:extLst>
          </p:cNvPr>
          <p:cNvSpPr>
            <a:spLocks noGrp="1"/>
          </p:cNvSpPr>
          <p:nvPr>
            <p:ph type="ftr" sz="quarter" idx="16"/>
          </p:nvPr>
        </p:nvSpPr>
        <p:spPr>
          <a:xfrm>
            <a:off x="852678" y="6355080"/>
            <a:ext cx="2610612" cy="457200"/>
          </a:xfrm>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845C9293-1760-472A-3096-0A503C739B6A}"/>
              </a:ext>
            </a:extLst>
          </p:cNvPr>
          <p:cNvSpPr>
            <a:spLocks noGrp="1"/>
          </p:cNvSpPr>
          <p:nvPr>
            <p:ph type="sldNum" sz="quarter" idx="17"/>
          </p:nvPr>
        </p:nvSpPr>
        <p:spPr>
          <a:xfrm>
            <a:off x="3231809" y="6355080"/>
            <a:ext cx="730759"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461772" y="2212975"/>
            <a:ext cx="3392424" cy="409575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57200" y="502920"/>
            <a:ext cx="3401568" cy="1527048"/>
          </a:xfrm>
        </p:spPr>
        <p:txBody>
          <a:bodyPr rtlCol="0" anchor="b">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2181937622"/>
      </p:ext>
    </p:extLst>
  </p:cSld>
  <p:clrMapOvr>
    <a:masterClrMapping/>
  </p:clrMapOvr>
</p:sldLayout>
</file>

<file path=ppt/slideLayouts/slideLayout_80000027_418CE26A.xml><?xml version="1.0" encoding="utf-8"?>
<p:sldLayout xmlns:a="http://schemas.openxmlformats.org/drawingml/2006/main" xmlns:r="http://schemas.openxmlformats.org/officeDocument/2006/relationships" xmlns:p="http://schemas.openxmlformats.org/presentationml/2006/main" preserve="1">
  <p:cSld name="Foto do Conteúdo 11">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BD1DC861-26EE-9DC8-3A76-A88660182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7781364"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228600" y="197248"/>
            <a:ext cx="7315200" cy="6443037"/>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1DE03E8A-A8C1-F5A4-7DE7-35377AE353C9}"/>
              </a:ext>
            </a:extLst>
          </p:cNvPr>
          <p:cNvSpPr>
            <a:spLocks noGrp="1"/>
          </p:cNvSpPr>
          <p:nvPr>
            <p:ph type="dt" sz="half" idx="15"/>
          </p:nvPr>
        </p:nvSpPr>
        <p:spPr>
          <a:xfrm>
            <a:off x="8229600" y="6355080"/>
            <a:ext cx="560832" cy="457200"/>
          </a:xfrm>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F36043D8-E3E5-117E-171A-3645895FA26C}"/>
              </a:ext>
            </a:extLst>
          </p:cNvPr>
          <p:cNvSpPr>
            <a:spLocks noGrp="1"/>
          </p:cNvSpPr>
          <p:nvPr>
            <p:ph type="ftr" sz="quarter" idx="16"/>
          </p:nvPr>
        </p:nvSpPr>
        <p:spPr>
          <a:xfrm>
            <a:off x="8738005" y="6355080"/>
            <a:ext cx="2457910" cy="457200"/>
          </a:xfrm>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E996F445-A748-8695-BAC9-F901D24E7A3C}"/>
              </a:ext>
            </a:extLst>
          </p:cNvPr>
          <p:cNvSpPr>
            <a:spLocks noGrp="1"/>
          </p:cNvSpPr>
          <p:nvPr>
            <p:ph type="sldNum" sz="quarter" idx="17"/>
          </p:nvPr>
        </p:nvSpPr>
        <p:spPr>
          <a:xfrm>
            <a:off x="11262511" y="6355080"/>
            <a:ext cx="403308" cy="457200"/>
          </a:xfrm>
        </p:spPr>
        <p:txBody>
          <a:bodyPr rtlCol="0"/>
          <a:lstStyle/>
          <a:p>
            <a:pPr rtl="0"/>
            <a:fld id="{CC057153-B650-4DEB-B370-79DDCFDCE934}" type="slidenum">
              <a:rPr lang="en-US" smtClean="0"/>
              <a:pPr/>
              <a:t/>
            </a:fld>
            <a:endParaRPr lang="en-US"/>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8229600" y="3154680"/>
            <a:ext cx="3474720" cy="2953512"/>
          </a:xfrm>
        </p:spPr>
        <p:txBody>
          <a:bodyPr rtlCol="0">
            <a:norm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229600" y="1078992"/>
            <a:ext cx="3474720" cy="1942773"/>
          </a:xfrm>
        </p:spPr>
        <p:txBody>
          <a:bodyPr rtlCol="0" anchor="b"/>
          <a:lstStyle/>
          <a:p>
            <a:pPr rtl="0"/>
            <a:r>
              <a:rPr lang="pt-br"/>
              <a:t>Clique para editar o estilo de título Mestre</a:t>
            </a:r>
            <a:endParaRPr lang="en-US"/>
          </a:p>
        </p:txBody>
      </p:sp>
    </p:spTree>
    <p:extLst>
      <p:ext uri="{BB962C8B-B14F-4D97-AF65-F5344CB8AC3E}">
        <p14:creationId xmlns:p14="http://schemas.microsoft.com/office/powerpoint/2010/main" val="1099752042"/>
      </p:ext>
    </p:extLst>
  </p:cSld>
  <p:clrMapOvr>
    <a:masterClrMapping/>
  </p:clrMapOvr>
</p:sldLayout>
</file>

<file path=ppt/slideLayouts/slideLayout_80000028_216044A1.xml><?xml version="1.0" encoding="utf-8"?>
<p:sldLayout xmlns:a="http://schemas.openxmlformats.org/drawingml/2006/main" xmlns:r="http://schemas.openxmlformats.org/officeDocument/2006/relationships" xmlns:p="http://schemas.openxmlformats.org/presentationml/2006/main" preserve="1">
  <p:cSld name="Foto do Conteúdo 12">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D48E12A8-D845-3730-8730-284152459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4635132"/>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250370" y="248574"/>
            <a:ext cx="11702143" cy="4105712"/>
          </a:xfrm>
          <a:blipFill>
            <a:blip r:embed="rId2">
              <a:alphaModFix amt="60000"/>
            </a:blip>
            <a:stretch>
              <a:fillRect/>
            </a:stretch>
          </a:blipFill>
        </p:spPr>
        <p:txBody>
          <a:bodyPr rtlCol="0"/>
          <a:lstStyle/>
          <a:p>
            <a:pPr rtl="0"/>
            <a:r>
              <a:rPr lang="pt-br"/>
              <a:t>Clique no ícone para adicionar uma imagem</a:t>
            </a:r>
          </a:p>
        </p:txBody>
      </p:sp>
      <p:sp>
        <p:nvSpPr>
          <p:cNvPr id="4" name="Espaço Reservado para Data 3">
            <a:extLst>
              <a:ext uri="{FF2B5EF4-FFF2-40B4-BE49-F238E27FC236}">
                <a16:creationId xmlns:a16="http://schemas.microsoft.com/office/drawing/2014/main" id="{6BF2C789-63A5-AA69-4804-B6A20DB098DC}"/>
              </a:ext>
            </a:extLst>
          </p:cNvPr>
          <p:cNvSpPr>
            <a:spLocks noGrp="1"/>
          </p:cNvSpPr>
          <p:nvPr>
            <p:ph type="dt" sz="half" idx="15"/>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AA83353E-FED2-E191-2E18-31DC9539FFE2}"/>
              </a:ext>
            </a:extLst>
          </p:cNvPr>
          <p:cNvSpPr>
            <a:spLocks noGrp="1"/>
          </p:cNvSpPr>
          <p:nvPr>
            <p:ph type="ftr" sz="quarter" idx="16"/>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9345C4C0-C527-3BBE-9E69-7A5CEFDC31CB}"/>
              </a:ext>
            </a:extLst>
          </p:cNvPr>
          <p:cNvSpPr>
            <a:spLocks noGrp="1"/>
          </p:cNvSpPr>
          <p:nvPr>
            <p:ph type="sldNum" sz="quarter" idx="17"/>
          </p:nvPr>
        </p:nvSpPr>
        <p:spPr/>
        <p:txBody>
          <a:bodyPr rtlCol="0"/>
          <a:lstStyle/>
          <a:p>
            <a:pPr rtl="0"/>
            <a:fld id="{CC057153-B650-4DEB-B370-79DDCFDCE934}" type="slidenum">
              <a:rPr lang="en-US" smtClean="0"/>
              <a:pPr/>
              <a:t/>
            </a:fld>
            <a:endParaRPr lang="en-US"/>
          </a:p>
        </p:txBody>
      </p:sp>
      <p:cxnSp>
        <p:nvCxnSpPr>
          <p:cNvPr id="12" name="Conector Reto 11">
            <a:extLst>
              <a:ext uri="{FF2B5EF4-FFF2-40B4-BE49-F238E27FC236}">
                <a16:creationId xmlns:a16="http://schemas.microsoft.com/office/drawing/2014/main" id="{FB5F7866-C7E1-1D4D-BE75-7B3D07470E11}"/>
              </a:ext>
            </a:extLst>
          </p:cNvPr>
          <p:cNvCxnSpPr>
            <a:cxnSpLocks/>
          </p:cNvCxnSpPr>
          <p:nvPr/>
        </p:nvCxnSpPr>
        <p:spPr>
          <a:xfrm rot="16200000" flipH="1">
            <a:off x="4503168" y="570743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370320" cy="1390330"/>
          </a:xfrm>
        </p:spPr>
        <p:txBody>
          <a:bodyPr rtlCol="0">
            <a:no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57200" y="5012267"/>
            <a:ext cx="3739896" cy="1390330"/>
          </a:xfrm>
        </p:spPr>
        <p:txBody>
          <a:bodyPr rtlCol="0" anchor="t">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559957153"/>
      </p:ext>
    </p:extLst>
  </p:cSld>
  <p:clrMapOvr>
    <a:masterClrMapping/>
  </p:clrMapOvr>
</p:sldLayout>
</file>

<file path=ppt/slideLayouts/slideLayout_80000029_97444733.xml><?xml version="1.0" encoding="utf-8"?>
<p:sldLayout xmlns:a="http://schemas.openxmlformats.org/drawingml/2006/main" xmlns:r="http://schemas.openxmlformats.org/officeDocument/2006/relationships" xmlns:p="http://schemas.openxmlformats.org/presentationml/2006/main" preserve="1">
  <p:cSld name="Foto de Conteúdo 13">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37897020-BCF8-DB10-5007-FCB38B650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77827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p:nvPr>
        </p:nvSpPr>
        <p:spPr>
          <a:xfrm>
            <a:off x="457200" y="457200"/>
            <a:ext cx="11274552" cy="2880360"/>
          </a:xfrm>
          <a:blipFill>
            <a:blip r:embed="rId2">
              <a:alphaModFix amt="60000"/>
            </a:blip>
            <a:stretch>
              <a:fillRect/>
            </a:stretch>
          </a:blipFill>
        </p:spPr>
        <p:txBody>
          <a:bodyPr rtlCol="0"/>
          <a:lstStyle/>
          <a:p>
            <a:pPr rtl="0"/>
            <a:r>
              <a:rPr lang="pt-br"/>
              <a:t>Clique no ícone para adicionar uma imagem</a:t>
            </a:r>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24/02/2025</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pt-br"/>
              <a:t>Exemplo de Texto de Rodapé</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
            </a:fld>
            <a:endParaRPr lang="en-US"/>
          </a:p>
        </p:txBody>
      </p:sp>
      <p:cxnSp>
        <p:nvCxnSpPr>
          <p:cNvPr id="9" name="Conector Reto 8">
            <a:extLst>
              <a:ext uri="{FF2B5EF4-FFF2-40B4-BE49-F238E27FC236}">
                <a16:creationId xmlns:a16="http://schemas.microsoft.com/office/drawing/2014/main" id="{EFF8C7A0-4963-CA94-185C-D49CCE2FEC99}"/>
              </a:ext>
            </a:extLst>
          </p:cNvPr>
          <p:cNvCxnSpPr>
            <a:cxnSpLocks/>
          </p:cNvCxnSpPr>
          <p:nvPr userDrawn="1"/>
        </p:nvCxnSpPr>
        <p:spPr>
          <a:xfrm rot="16200000" flipH="1">
            <a:off x="3417318" y="517403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41920" cy="2240280"/>
          </a:xfrm>
        </p:spPr>
        <p:txBody>
          <a:bodyPr rtlCol="0">
            <a:noAutofit/>
          </a:bodyPr>
          <a:lstStyle>
            <a:lvl1pPr marL="285750" indent="-285750">
              <a:buFont typeface="Arial" panose="020B0604020202020204" pitchFamily="34" charset="0"/>
              <a:buChar char="•"/>
              <a:defRPr sz="1800"/>
            </a:lvl1pPr>
            <a:lvl2pPr marL="228600" indent="0">
              <a:buFont typeface="Arial" panose="020B0604020202020204" pitchFamily="34" charset="0"/>
              <a:buNone/>
              <a:defRPr sz="1800"/>
            </a:lvl2pPr>
            <a:lvl3pPr marL="742950" indent="-285750">
              <a:buFont typeface="Arial" panose="020B0604020202020204" pitchFamily="34" charset="0"/>
              <a:buChar char="•"/>
              <a:defRPr sz="1800"/>
            </a:lvl3pPr>
            <a:lvl4pPr marL="685800" indent="0">
              <a:buFont typeface="Arial" panose="020B0604020202020204" pitchFamily="34" charset="0"/>
              <a:buNone/>
              <a:defRPr sz="1800"/>
            </a:lvl4pPr>
            <a:lvl5pPr marL="1085850" indent="-171450">
              <a:buFont typeface="Arial" panose="020B0604020202020204" pitchFamily="34" charset="0"/>
              <a:buChar char="•"/>
              <a:defRPr sz="18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1892808"/>
          </a:xfrm>
        </p:spPr>
        <p:txBody>
          <a:bodyPr rtlCol="0" anchor="t">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2537834291"/>
      </p:ext>
    </p:extLst>
  </p:cSld>
  <p:clrMapOvr>
    <a:masterClrMapping/>
  </p:clrMapOvr>
</p:sldLayout>
</file>

<file path=ppt/slideLayouts/slideLayout_80000030_70C8DAEA.xml><?xml version="1.0" encoding="utf-8"?>
<p:sldLayout xmlns:a="http://schemas.openxmlformats.org/drawingml/2006/main" xmlns:r="http://schemas.openxmlformats.org/officeDocument/2006/relationships" xmlns:p="http://schemas.openxmlformats.org/presentationml/2006/main" type="title" preserve="1">
  <p:cSld name="Número Grande 3">
    <p:bg>
      <p:bgRef idx="1001">
        <a:schemeClr val="bg2"/>
      </p:bgRef>
    </p:bg>
    <p:spTree>
      <p:nvGrpSpPr>
        <p:cNvPr id="1" name=""/>
        <p:cNvGrpSpPr/>
        <p:nvPr/>
      </p:nvGrpSpPr>
      <p:grpSpPr>
        <a:xfrm>
          <a:off x="0" y="0"/>
          <a:ext cx="0" cy="0"/>
          <a:chOff x="0" y="0"/>
          <a:chExt cx="0" cy="0"/>
        </a:xfrm>
      </p:grpSpPr>
      <p:grpSp>
        <p:nvGrpSpPr>
          <p:cNvPr id="41" name="Grupo 40">
            <a:extLst>
              <a:ext uri="{FF2B5EF4-FFF2-40B4-BE49-F238E27FC236}">
                <a16:creationId xmlns:a16="http://schemas.microsoft.com/office/drawing/2014/main" id="{98EC88E4-5751-697B-7F02-9640B49A646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42" name="Retângulo 41">
              <a:extLst>
                <a:ext uri="{FF2B5EF4-FFF2-40B4-BE49-F238E27FC236}">
                  <a16:creationId xmlns:a16="http://schemas.microsoft.com/office/drawing/2014/main" id="{40613D0A-041A-D0E0-8277-5F5C3A731D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43" name="Grupo 42">
              <a:extLst>
                <a:ext uri="{FF2B5EF4-FFF2-40B4-BE49-F238E27FC236}">
                  <a16:creationId xmlns:a16="http://schemas.microsoft.com/office/drawing/2014/main" id="{C90E2797-41FE-0729-4C09-0D2BD8632F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44" name="Grupo 43">
                <a:extLst>
                  <a:ext uri="{FF2B5EF4-FFF2-40B4-BE49-F238E27FC236}">
                    <a16:creationId xmlns:a16="http://schemas.microsoft.com/office/drawing/2014/main" id="{6B820D39-BD77-9524-037C-C8C496C1F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49" name="Forma Livre 68">
                  <a:extLst>
                    <a:ext uri="{FF2B5EF4-FFF2-40B4-BE49-F238E27FC236}">
                      <a16:creationId xmlns:a16="http://schemas.microsoft.com/office/drawing/2014/main" id="{D45BFFB3-97C9-7C6F-AEC2-A3A91E93C1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0" name="Forma Livre 69">
                  <a:extLst>
                    <a:ext uri="{FF2B5EF4-FFF2-40B4-BE49-F238E27FC236}">
                      <a16:creationId xmlns:a16="http://schemas.microsoft.com/office/drawing/2014/main" id="{5B8709B7-CE4A-D30C-D468-A3ECB84D9F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1" name="Linha 70">
                  <a:extLst>
                    <a:ext uri="{FF2B5EF4-FFF2-40B4-BE49-F238E27FC236}">
                      <a16:creationId xmlns:a16="http://schemas.microsoft.com/office/drawing/2014/main" id="{BD7E0A68-71AB-F08D-E480-82D0855367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45" name="Grupo 44">
                <a:extLst>
                  <a:ext uri="{FF2B5EF4-FFF2-40B4-BE49-F238E27FC236}">
                    <a16:creationId xmlns:a16="http://schemas.microsoft.com/office/drawing/2014/main" id="{C694104A-B3EA-A8A9-CEB7-CA0D897933F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46" name="Forma Livre 68">
                  <a:extLst>
                    <a:ext uri="{FF2B5EF4-FFF2-40B4-BE49-F238E27FC236}">
                      <a16:creationId xmlns:a16="http://schemas.microsoft.com/office/drawing/2014/main" id="{70F0715B-1C63-89AB-C6A5-5CBCF67698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7" name="Forma Livre 69">
                  <a:extLst>
                    <a:ext uri="{FF2B5EF4-FFF2-40B4-BE49-F238E27FC236}">
                      <a16:creationId xmlns:a16="http://schemas.microsoft.com/office/drawing/2014/main" id="{244A832F-E9D8-4A4A-CC88-8E1812AE07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8" name="Linha 70">
                  <a:extLst>
                    <a:ext uri="{FF2B5EF4-FFF2-40B4-BE49-F238E27FC236}">
                      <a16:creationId xmlns:a16="http://schemas.microsoft.com/office/drawing/2014/main" id="{2686A108-2BAA-83C1-710B-CE4B435A7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8" name="Espaço Reservado para Data 7">
            <a:extLst>
              <a:ext uri="{FF2B5EF4-FFF2-40B4-BE49-F238E27FC236}">
                <a16:creationId xmlns:a16="http://schemas.microsoft.com/office/drawing/2014/main" id="{CB7CD4EB-6E26-410A-EF46-8F6463C8AFBB}"/>
              </a:ext>
            </a:extLst>
          </p:cNvPr>
          <p:cNvSpPr>
            <a:spLocks noGrp="1"/>
          </p:cNvSpPr>
          <p:nvPr>
            <p:ph type="dt" sz="half" idx="10"/>
          </p:nvPr>
        </p:nvSpPr>
        <p:spPr/>
        <p:txBody>
          <a:bodyPr rtlCol="0"/>
          <a:lstStyle>
            <a:lvl1pPr>
              <a:defRPr>
                <a:solidFill>
                  <a:schemeClr val="tx1">
                    <a:lumMod val="65000"/>
                    <a:lumOff val="35000"/>
                  </a:schemeClr>
                </a:solidFill>
              </a:defRPr>
            </a:lvl1pPr>
          </a:lstStyle>
          <a:p>
            <a:pPr rtl="0"/>
            <a:r>
              <a:rPr lang="pt-br"/>
              <a:t>20XX</a:t>
            </a:r>
            <a:endParaRPr lang="en-US"/>
          </a:p>
        </p:txBody>
      </p:sp>
      <p:sp>
        <p:nvSpPr>
          <p:cNvPr id="9" name="Espaço Reservado para Rodapé 8">
            <a:extLst>
              <a:ext uri="{FF2B5EF4-FFF2-40B4-BE49-F238E27FC236}">
                <a16:creationId xmlns:a16="http://schemas.microsoft.com/office/drawing/2014/main" id="{8A1F507B-29BF-5113-DD2C-866A877CFBF7}"/>
              </a:ext>
            </a:extLst>
          </p:cNvPr>
          <p:cNvSpPr>
            <a:spLocks noGrp="1"/>
          </p:cNvSpPr>
          <p:nvPr>
            <p:ph type="ftr" sz="quarter" idx="11"/>
          </p:nvPr>
        </p:nvSpPr>
        <p:spPr/>
        <p:txBody>
          <a:bodyPr rtlCol="0"/>
          <a:lstStyle>
            <a:lvl1pPr>
              <a:defRPr>
                <a:solidFill>
                  <a:schemeClr val="tx1">
                    <a:lumMod val="65000"/>
                    <a:lumOff val="35000"/>
                  </a:schemeClr>
                </a:solidFill>
              </a:defRPr>
            </a:lvl1pPr>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FD88715E-9A29-92E8-2A02-02F9D5B12AE2}"/>
              </a:ext>
            </a:extLst>
          </p:cNvPr>
          <p:cNvSpPr>
            <a:spLocks noGrp="1"/>
          </p:cNvSpPr>
          <p:nvPr>
            <p:ph type="sldNum" sz="quarter" idx="12"/>
          </p:nvPr>
        </p:nvSpPr>
        <p:spPr/>
        <p:txBody>
          <a:bodyPr rtlCol="0"/>
          <a:lstStyle>
            <a:lvl1pPr>
              <a:defRPr>
                <a:solidFill>
                  <a:schemeClr val="tx1">
                    <a:lumMod val="65000"/>
                    <a:lumOff val="35000"/>
                  </a:schemeClr>
                </a:solidFill>
              </a:defRPr>
            </a:lvl1pPr>
          </a:lstStyle>
          <a:p>
            <a:pPr rtl="0"/>
            <a:fld id="{CC057153-B650-4DEB-B370-79DDCFDCE934}" type="slidenum">
              <a:rPr lang="en-US" smtClean="0"/>
              <a:pPr/>
              <a:t/>
            </a:fld>
            <a:endParaRPr lang="en-US"/>
          </a:p>
        </p:txBody>
      </p:sp>
      <p:grpSp>
        <p:nvGrpSpPr>
          <p:cNvPr id="4" name="Grupo 3">
            <a:extLst>
              <a:ext uri="{FF2B5EF4-FFF2-40B4-BE49-F238E27FC236}">
                <a16:creationId xmlns:a16="http://schemas.microsoft.com/office/drawing/2014/main" id="{F930DC26-FCB7-F59F-E550-F394F73FABB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5" name="Retângulo 4">
              <a:extLst>
                <a:ext uri="{FF2B5EF4-FFF2-40B4-BE49-F238E27FC236}">
                  <a16:creationId xmlns:a16="http://schemas.microsoft.com/office/drawing/2014/main" id="{2D4DE5FF-0F72-4507-217C-7100EB3AD1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6" name="Grupo 5">
              <a:extLst>
                <a:ext uri="{FF2B5EF4-FFF2-40B4-BE49-F238E27FC236}">
                  <a16:creationId xmlns:a16="http://schemas.microsoft.com/office/drawing/2014/main" id="{52E486A1-144B-B642-F4AF-1558E1373D0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7" name="Grupo 6">
                <a:extLst>
                  <a:ext uri="{FF2B5EF4-FFF2-40B4-BE49-F238E27FC236}">
                    <a16:creationId xmlns:a16="http://schemas.microsoft.com/office/drawing/2014/main" id="{43904E2F-06A7-A91E-63A3-841CA091F31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orma Livre 68">
                  <a:extLst>
                    <a:ext uri="{FF2B5EF4-FFF2-40B4-BE49-F238E27FC236}">
                      <a16:creationId xmlns:a16="http://schemas.microsoft.com/office/drawing/2014/main" id="{4F4B782F-C897-6421-7A33-8A85899FD9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vre 69">
                  <a:extLst>
                    <a:ext uri="{FF2B5EF4-FFF2-40B4-BE49-F238E27FC236}">
                      <a16:creationId xmlns:a16="http://schemas.microsoft.com/office/drawing/2014/main" id="{32DC2824-6F42-A866-2FED-29511C9222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Linha 70">
                  <a:extLst>
                    <a:ext uri="{FF2B5EF4-FFF2-40B4-BE49-F238E27FC236}">
                      <a16:creationId xmlns:a16="http://schemas.microsoft.com/office/drawing/2014/main" id="{6EE3065B-FA28-F335-F90E-FC46E3C6DE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1" name="Grupo 10">
                <a:extLst>
                  <a:ext uri="{FF2B5EF4-FFF2-40B4-BE49-F238E27FC236}">
                    <a16:creationId xmlns:a16="http://schemas.microsoft.com/office/drawing/2014/main" id="{B4F42FEE-B9D7-5BBC-2DE5-865EE2DC0B4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orma Livre 68">
                  <a:extLst>
                    <a:ext uri="{FF2B5EF4-FFF2-40B4-BE49-F238E27FC236}">
                      <a16:creationId xmlns:a16="http://schemas.microsoft.com/office/drawing/2014/main" id="{268C3F05-14F5-7176-DD7C-AFBBC0E29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vre 69">
                  <a:extLst>
                    <a:ext uri="{FF2B5EF4-FFF2-40B4-BE49-F238E27FC236}">
                      <a16:creationId xmlns:a16="http://schemas.microsoft.com/office/drawing/2014/main" id="{C9F805A6-A325-11B3-803F-F1A0B77B14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Linha 70">
                  <a:extLst>
                    <a:ext uri="{FF2B5EF4-FFF2-40B4-BE49-F238E27FC236}">
                      <a16:creationId xmlns:a16="http://schemas.microsoft.com/office/drawing/2014/main" id="{FC46F619-9CE7-068C-2154-308DB46E59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rtlCol="0" anchor="t">
            <a:normAutofit/>
          </a:bodyPr>
          <a:lstStyle>
            <a:lvl1pPr marL="0" indent="0" algn="ctr">
              <a:lnSpc>
                <a:spcPct val="100000"/>
              </a:lnSpc>
              <a:buNone/>
              <a:defRPr sz="200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rtlCol="0" anchor="b">
            <a:normAutofit/>
          </a:bodyPr>
          <a:lstStyle>
            <a:lvl1pPr algn="ctr">
              <a:defRPr sz="23200">
                <a:solidFill>
                  <a:schemeClr val="tx1">
                    <a:lumMod val="75000"/>
                    <a:lumOff val="25000"/>
                  </a:schemeClr>
                </a:solidFill>
              </a:defRPr>
            </a:lvl1pPr>
          </a:lstStyle>
          <a:p>
            <a:pPr rtl="0"/>
            <a:r>
              <a:rPr lang="pt-br"/>
              <a:t>##%</a:t>
            </a:r>
          </a:p>
        </p:txBody>
      </p:sp>
    </p:spTree>
    <p:extLst>
      <p:ext uri="{BB962C8B-B14F-4D97-AF65-F5344CB8AC3E}">
        <p14:creationId xmlns:p14="http://schemas.microsoft.com/office/powerpoint/2010/main" val="18922114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1_AFB880B3.xml><?xml version="1.0" encoding="utf-8"?>
<p:sldLayout xmlns:a="http://schemas.openxmlformats.org/drawingml/2006/main" xmlns:r="http://schemas.openxmlformats.org/officeDocument/2006/relationships" xmlns:p="http://schemas.openxmlformats.org/presentationml/2006/main" preserve="1">
  <p:cSld name="Demonstrativo 3">
    <p:spTree>
      <p:nvGrpSpPr>
        <p:cNvPr id="1" name=""/>
        <p:cNvGrpSpPr/>
        <p:nvPr/>
      </p:nvGrpSpPr>
      <p:grpSpPr>
        <a:xfrm>
          <a:off x="0" y="0"/>
          <a:ext cx="0" cy="0"/>
          <a:chOff x="0" y="0"/>
          <a:chExt cx="0" cy="0"/>
        </a:xfrm>
      </p:grpSpPr>
      <p:sp>
        <p:nvSpPr>
          <p:cNvPr id="6" name="Espaço Reservado para Data 5">
            <a:extLst>
              <a:ext uri="{FF2B5EF4-FFF2-40B4-BE49-F238E27FC236}">
                <a16:creationId xmlns:a16="http://schemas.microsoft.com/office/drawing/2014/main" id="{FD6AE794-4896-BCB9-D8EB-6AF72B961847}"/>
              </a:ext>
            </a:extLst>
          </p:cNvPr>
          <p:cNvSpPr>
            <a:spLocks noGrp="1"/>
          </p:cNvSpPr>
          <p:nvPr>
            <p:ph type="dt" sz="half" idx="14"/>
          </p:nvPr>
        </p:nvSpPr>
        <p:spPr/>
        <p:txBody>
          <a:bodyPr rtlCol="0"/>
          <a:lstStyle/>
          <a:p>
            <a:pPr rtl="0"/>
            <a:r>
              <a:rPr lang="pt-br"/>
              <a:t>20XX</a:t>
            </a:r>
            <a:endParaRPr lang="en-US"/>
          </a:p>
        </p:txBody>
      </p:sp>
      <p:sp>
        <p:nvSpPr>
          <p:cNvPr id="8" name="Espaço Reservado para Rodapé 7">
            <a:extLst>
              <a:ext uri="{FF2B5EF4-FFF2-40B4-BE49-F238E27FC236}">
                <a16:creationId xmlns:a16="http://schemas.microsoft.com/office/drawing/2014/main" id="{DD30458F-B15B-5C63-C2E2-689FD11B440E}"/>
              </a:ext>
            </a:extLst>
          </p:cNvPr>
          <p:cNvSpPr>
            <a:spLocks noGrp="1"/>
          </p:cNvSpPr>
          <p:nvPr>
            <p:ph type="ftr" sz="quarter" idx="15"/>
          </p:nvPr>
        </p:nvSpPr>
        <p:spPr/>
        <p:txBody>
          <a:bodyPr rtlCol="0"/>
          <a:lstStyle/>
          <a:p>
            <a:pPr rtl="0"/>
            <a:r>
              <a:rPr lang="pt-br"/>
              <a:t>Amostra de Texto de Rodapé</a:t>
            </a:r>
            <a:endParaRPr lang="en-US"/>
          </a:p>
        </p:txBody>
      </p:sp>
      <p:sp>
        <p:nvSpPr>
          <p:cNvPr id="9" name="Espaço Reservado para o Número do Slide 8">
            <a:extLst>
              <a:ext uri="{FF2B5EF4-FFF2-40B4-BE49-F238E27FC236}">
                <a16:creationId xmlns:a16="http://schemas.microsoft.com/office/drawing/2014/main" id="{A6FD3A97-1607-7BD3-14FF-076C40F55C82}"/>
              </a:ext>
            </a:extLst>
          </p:cNvPr>
          <p:cNvSpPr>
            <a:spLocks noGrp="1"/>
          </p:cNvSpPr>
          <p:nvPr>
            <p:ph type="sldNum" sz="quarter" idx="16"/>
          </p:nvPr>
        </p:nvSpPr>
        <p:spPr/>
        <p:txBody>
          <a:bodyPr rtlCol="0"/>
          <a:lstStyle/>
          <a:p>
            <a:pPr rtl="0"/>
            <a:fld id="{CC057153-B650-4DEB-B370-79DDCFDCE934}" type="slidenum">
              <a:rPr lang="en-US" smtClean="0"/>
              <a:pPr/>
              <a:t/>
            </a:fld>
            <a:endParaRPr lang="en-US"/>
          </a:p>
        </p:txBody>
      </p:sp>
      <p:grpSp>
        <p:nvGrpSpPr>
          <p:cNvPr id="3" name="Grupo 2">
            <a:extLst>
              <a:ext uri="{FF2B5EF4-FFF2-40B4-BE49-F238E27FC236}">
                <a16:creationId xmlns:a16="http://schemas.microsoft.com/office/drawing/2014/main" id="{6D5F6BF8-4E62-F1D9-E0A1-C6CFD131E34D}"/>
              </a:ext>
            </a:extLst>
          </p:cNvPr>
          <p:cNvGrpSpPr/>
          <p:nvPr/>
        </p:nvGrpSpPr>
        <p:grpSpPr>
          <a:xfrm rot="2700000">
            <a:off x="10522137" y="4483036"/>
            <a:ext cx="633413" cy="1862138"/>
            <a:chOff x="5959192" y="333389"/>
            <a:chExt cx="633413" cy="1862138"/>
          </a:xfrm>
        </p:grpSpPr>
        <p:grpSp>
          <p:nvGrpSpPr>
            <p:cNvPr id="4" name="Grupo 3">
              <a:extLst>
                <a:ext uri="{FF2B5EF4-FFF2-40B4-BE49-F238E27FC236}">
                  <a16:creationId xmlns:a16="http://schemas.microsoft.com/office/drawing/2014/main" id="{7C670D84-461C-FF0D-C3AA-1641F4629621}"/>
                </a:ext>
              </a:extLst>
            </p:cNvPr>
            <p:cNvGrpSpPr/>
            <p:nvPr/>
          </p:nvGrpSpPr>
          <p:grpSpPr>
            <a:xfrm>
              <a:off x="5959192" y="333389"/>
              <a:ext cx="633413" cy="1419225"/>
              <a:chOff x="5959192" y="333389"/>
              <a:chExt cx="633413" cy="1419225"/>
            </a:xfrm>
          </p:grpSpPr>
          <p:sp>
            <p:nvSpPr>
              <p:cNvPr id="10" name="Forma Livre 68">
                <a:extLst>
                  <a:ext uri="{FF2B5EF4-FFF2-40B4-BE49-F238E27FC236}">
                    <a16:creationId xmlns:a16="http://schemas.microsoft.com/office/drawing/2014/main" id="{49A11F21-4F90-A26E-79FB-01C006064249}"/>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vre 69">
                <a:extLst>
                  <a:ext uri="{FF2B5EF4-FFF2-40B4-BE49-F238E27FC236}">
                    <a16:creationId xmlns:a16="http://schemas.microsoft.com/office/drawing/2014/main" id="{C2268EF7-632D-889E-3CF6-26DB2F798A90}"/>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5" name="Linha 70">
              <a:extLst>
                <a:ext uri="{FF2B5EF4-FFF2-40B4-BE49-F238E27FC236}">
                  <a16:creationId xmlns:a16="http://schemas.microsoft.com/office/drawing/2014/main" id="{6CFFD916-AC31-9731-72CE-089A9EC1D88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rtlCol="0" anchor="t">
            <a:noAutofit/>
          </a:bodyPr>
          <a:lstStyle>
            <a:lvl1pPr marL="0" indent="0">
              <a:lnSpc>
                <a:spcPct val="100000"/>
              </a:lnSpc>
              <a:buNone/>
              <a:defRPr sz="4000" b="0" cap="all" baseline="0">
                <a:solidFill>
                  <a:schemeClr val="tx1">
                    <a:lumMod val="75000"/>
                    <a:lumOff val="25000"/>
                  </a:schemeClr>
                </a:solidFill>
                <a:latin typeface="Batang" panose="02030600000101010101" pitchFamily="18" charset="-127"/>
                <a:ea typeface="Batang" panose="02030600000101010101" pitchFamily="18" charset="-127"/>
              </a:defRPr>
            </a:lvl1pPr>
            <a:lvl2pPr marL="228600" indent="0">
              <a:lnSpc>
                <a:spcPct val="100000"/>
              </a:lnSpc>
              <a:buNone/>
              <a:defRPr sz="3200" b="0" cap="all" baseline="0">
                <a:solidFill>
                  <a:schemeClr val="tx1">
                    <a:lumMod val="75000"/>
                    <a:lumOff val="25000"/>
                  </a:schemeClr>
                </a:solidFill>
                <a:latin typeface="Batang" panose="02030600000101010101" pitchFamily="18" charset="-127"/>
                <a:ea typeface="Batang" panose="02030600000101010101" pitchFamily="18" charset="-127"/>
              </a:defRPr>
            </a:lvl2pPr>
            <a:lvl3pPr marL="457200" indent="0">
              <a:lnSpc>
                <a:spcPct val="100000"/>
              </a:lnSpc>
              <a:buNone/>
              <a:defRPr sz="2800" b="0" cap="all" baseline="0">
                <a:solidFill>
                  <a:schemeClr val="tx1">
                    <a:lumMod val="75000"/>
                    <a:lumOff val="25000"/>
                  </a:schemeClr>
                </a:solidFill>
                <a:latin typeface="Batang" panose="02030600000101010101" pitchFamily="18" charset="-127"/>
                <a:ea typeface="Batang" panose="02030600000101010101" pitchFamily="18" charset="-127"/>
              </a:defRPr>
            </a:lvl3pPr>
            <a:lvl4pPr marL="685800" indent="0">
              <a:lnSpc>
                <a:spcPct val="100000"/>
              </a:lnSpc>
              <a:buNone/>
              <a:defRPr sz="2400" b="0" cap="all" baseline="0">
                <a:solidFill>
                  <a:schemeClr val="tx1">
                    <a:lumMod val="75000"/>
                    <a:lumOff val="25000"/>
                  </a:schemeClr>
                </a:solidFill>
                <a:latin typeface="Batang" panose="02030600000101010101" pitchFamily="18" charset="-127"/>
                <a:ea typeface="Batang" panose="02030600000101010101" pitchFamily="18" charset="-127"/>
              </a:defRPr>
            </a:lvl4pPr>
            <a:lvl5pPr marL="914400" indent="0">
              <a:lnSpc>
                <a:spcPct val="100000"/>
              </a:lnSpc>
              <a:buNone/>
              <a:defRPr sz="2000" b="0" cap="all" baseline="0">
                <a:solidFill>
                  <a:schemeClr val="tx1">
                    <a:lumMod val="75000"/>
                    <a:lumOff val="25000"/>
                  </a:schemeClr>
                </a:solidFill>
                <a:latin typeface="Batang" panose="02030600000101010101" pitchFamily="18" charset="-127"/>
                <a:ea typeface="Batang" panose="02030600000101010101" pitchFamily="18" charset="-127"/>
              </a:defRPr>
            </a:lvl5pPr>
          </a:lstStyle>
          <a:p>
            <a:pPr lvl="0" rtl="0"/>
            <a:r>
              <a:rPr lang="pt-br"/>
              <a:t>Clique para editar a Instrução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rtlCol="0"/>
          <a:lstStyle/>
          <a:p>
            <a:pPr rtl="0"/>
            <a:r>
              <a:rPr lang="pt-br"/>
              <a:t>Clique para editar o estilo de título Mestre</a:t>
            </a:r>
          </a:p>
        </p:txBody>
      </p:sp>
    </p:spTree>
    <p:extLst>
      <p:ext uri="{BB962C8B-B14F-4D97-AF65-F5344CB8AC3E}">
        <p14:creationId xmlns:p14="http://schemas.microsoft.com/office/powerpoint/2010/main" val="2948104371"/>
      </p:ext>
    </p:extLst>
  </p:cSld>
  <p:clrMapOvr>
    <a:masterClrMapping/>
  </p:clrMapOvr>
</p:sldLayout>
</file>

<file path=ppt/slideLayouts/slideLayout_80000032_993C4BBD.xml><?xml version="1.0" encoding="utf-8"?>
<p:sldLayout xmlns:a="http://schemas.openxmlformats.org/drawingml/2006/main" xmlns:r="http://schemas.openxmlformats.org/officeDocument/2006/relationships" xmlns:p="http://schemas.openxmlformats.org/presentationml/2006/main" type="title" preserve="1">
  <p:cSld name="Citação 1">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9EBA842-3C47-C98E-BECC-A2BA68CB90A4}"/>
              </a:ext>
            </a:extLst>
          </p:cNvPr>
          <p:cNvGrpSpPr/>
          <p:nvPr/>
        </p:nvGrpSpPr>
        <p:grpSpPr>
          <a:xfrm>
            <a:off x="9740417" y="457964"/>
            <a:ext cx="2227875" cy="5970551"/>
            <a:chOff x="9740417" y="457964"/>
            <a:chExt cx="2227875" cy="5970551"/>
          </a:xfrm>
        </p:grpSpPr>
        <p:grpSp>
          <p:nvGrpSpPr>
            <p:cNvPr id="7" name="Grupo 6">
              <a:extLst>
                <a:ext uri="{FF2B5EF4-FFF2-40B4-BE49-F238E27FC236}">
                  <a16:creationId xmlns:a16="http://schemas.microsoft.com/office/drawing/2014/main" id="{51B54413-6147-226F-88B3-E31AE727595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8" name="Grupo 7">
                <a:extLst>
                  <a:ext uri="{FF2B5EF4-FFF2-40B4-BE49-F238E27FC236}">
                    <a16:creationId xmlns:a16="http://schemas.microsoft.com/office/drawing/2014/main" id="{3D347414-8753-C2D1-C9D7-7D31C1620A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4" name="Grupo 13">
                  <a:extLst>
                    <a:ext uri="{FF2B5EF4-FFF2-40B4-BE49-F238E27FC236}">
                      <a16:creationId xmlns:a16="http://schemas.microsoft.com/office/drawing/2014/main" id="{86EAA60C-6781-D6E6-52A9-B0CC6C39A4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8" name="Conector Reto 17">
                    <a:extLst>
                      <a:ext uri="{FF2B5EF4-FFF2-40B4-BE49-F238E27FC236}">
                        <a16:creationId xmlns:a16="http://schemas.microsoft.com/office/drawing/2014/main" id="{27DBEF6D-451E-1EC0-0F93-5382B59C8D3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Conector Reto 18">
                    <a:extLst>
                      <a:ext uri="{FF2B5EF4-FFF2-40B4-BE49-F238E27FC236}">
                        <a16:creationId xmlns:a16="http://schemas.microsoft.com/office/drawing/2014/main" id="{798E6F51-AD60-63E8-D3F4-48922E45B68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Retângulo 30">
                    <a:extLst>
                      <a:ext uri="{FF2B5EF4-FFF2-40B4-BE49-F238E27FC236}">
                        <a16:creationId xmlns:a16="http://schemas.microsoft.com/office/drawing/2014/main" id="{9238EADF-4AAC-42F9-04FF-D85EE2E184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1" name="Retângulo 30">
                    <a:extLst>
                      <a:ext uri="{FF2B5EF4-FFF2-40B4-BE49-F238E27FC236}">
                        <a16:creationId xmlns:a16="http://schemas.microsoft.com/office/drawing/2014/main" id="{A0A47A32-B929-9019-05AB-60AB83AC3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5" name="Grupo 14">
                  <a:extLst>
                    <a:ext uri="{FF2B5EF4-FFF2-40B4-BE49-F238E27FC236}">
                      <a16:creationId xmlns:a16="http://schemas.microsoft.com/office/drawing/2014/main" id="{B11A4B9F-5CD8-3610-422B-4DA40D2A93D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 name="Forma livre: Forma 57">
                    <a:extLst>
                      <a:ext uri="{FF2B5EF4-FFF2-40B4-BE49-F238E27FC236}">
                        <a16:creationId xmlns:a16="http://schemas.microsoft.com/office/drawing/2014/main" id="{D1174682-6279-6557-BCE5-4BFD17DD2E6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7" name="Forma livre: Forma 58">
                    <a:extLst>
                      <a:ext uri="{FF2B5EF4-FFF2-40B4-BE49-F238E27FC236}">
                        <a16:creationId xmlns:a16="http://schemas.microsoft.com/office/drawing/2014/main" id="{5E03BFC7-092B-E72A-4721-BCDD98BAAC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9" name="Grupo 8">
                <a:extLst>
                  <a:ext uri="{FF2B5EF4-FFF2-40B4-BE49-F238E27FC236}">
                    <a16:creationId xmlns:a16="http://schemas.microsoft.com/office/drawing/2014/main" id="{5C26C4FA-4C21-DA7C-20DF-77DBBDE3AD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0" name="Grupo 9">
                  <a:extLst>
                    <a:ext uri="{FF2B5EF4-FFF2-40B4-BE49-F238E27FC236}">
                      <a16:creationId xmlns:a16="http://schemas.microsoft.com/office/drawing/2014/main" id="{7FC7DBC6-E548-8549-E533-384E24D9F9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2" name="Forma Livre 68">
                    <a:extLst>
                      <a:ext uri="{FF2B5EF4-FFF2-40B4-BE49-F238E27FC236}">
                        <a16:creationId xmlns:a16="http://schemas.microsoft.com/office/drawing/2014/main" id="{21F3052E-8291-BDE2-D343-9033B0B7C2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vre 69">
                    <a:extLst>
                      <a:ext uri="{FF2B5EF4-FFF2-40B4-BE49-F238E27FC236}">
                        <a16:creationId xmlns:a16="http://schemas.microsoft.com/office/drawing/2014/main" id="{65EBFC80-8F55-2939-D942-55C8ED90404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1" name="Linha 70">
                  <a:extLst>
                    <a:ext uri="{FF2B5EF4-FFF2-40B4-BE49-F238E27FC236}">
                      <a16:creationId xmlns:a16="http://schemas.microsoft.com/office/drawing/2014/main" id="{2FB7E048-453C-E77C-397B-00561B12CA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22" name="Grupo 21">
              <a:extLst>
                <a:ext uri="{FF2B5EF4-FFF2-40B4-BE49-F238E27FC236}">
                  <a16:creationId xmlns:a16="http://schemas.microsoft.com/office/drawing/2014/main" id="{283F345C-E67C-40F6-8AA0-DCC8FE0D9DF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23" name="Grupo 22">
                <a:extLst>
                  <a:ext uri="{FF2B5EF4-FFF2-40B4-BE49-F238E27FC236}">
                    <a16:creationId xmlns:a16="http://schemas.microsoft.com/office/drawing/2014/main" id="{D9BBAAFA-2153-05D2-F0BC-58CA840216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9" name="Grupo 28">
                  <a:extLst>
                    <a:ext uri="{FF2B5EF4-FFF2-40B4-BE49-F238E27FC236}">
                      <a16:creationId xmlns:a16="http://schemas.microsoft.com/office/drawing/2014/main" id="{5B611942-A154-0A24-2176-BBB56AA0CA6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3" name="Conector Reto 32">
                    <a:extLst>
                      <a:ext uri="{FF2B5EF4-FFF2-40B4-BE49-F238E27FC236}">
                        <a16:creationId xmlns:a16="http://schemas.microsoft.com/office/drawing/2014/main" id="{3D6625D6-8B0F-4100-15D3-0E1A43A8C6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4" name="Conector Reto 33">
                    <a:extLst>
                      <a:ext uri="{FF2B5EF4-FFF2-40B4-BE49-F238E27FC236}">
                        <a16:creationId xmlns:a16="http://schemas.microsoft.com/office/drawing/2014/main" id="{FFC94599-D122-38B2-FD07-52BE8B20ABA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5" name="Retângulo 30">
                    <a:extLst>
                      <a:ext uri="{FF2B5EF4-FFF2-40B4-BE49-F238E27FC236}">
                        <a16:creationId xmlns:a16="http://schemas.microsoft.com/office/drawing/2014/main" id="{4E44F1B1-4DD5-1B1C-478D-B91AC577BA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6" name="Retângulo 30">
                    <a:extLst>
                      <a:ext uri="{FF2B5EF4-FFF2-40B4-BE49-F238E27FC236}">
                        <a16:creationId xmlns:a16="http://schemas.microsoft.com/office/drawing/2014/main" id="{214BC9FA-7F74-A6C0-9617-623E79DF11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30" name="Grupo 29">
                  <a:extLst>
                    <a:ext uri="{FF2B5EF4-FFF2-40B4-BE49-F238E27FC236}">
                      <a16:creationId xmlns:a16="http://schemas.microsoft.com/office/drawing/2014/main" id="{CE533219-C65B-9694-CE38-99FACCF1508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1" name="Forma Livre: Forma 141">
                    <a:extLst>
                      <a:ext uri="{FF2B5EF4-FFF2-40B4-BE49-F238E27FC236}">
                        <a16:creationId xmlns:a16="http://schemas.microsoft.com/office/drawing/2014/main" id="{A97CD365-7A7A-90D7-CFD3-ED85A55BDA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2" name="Forma livre: Forma 142">
                    <a:extLst>
                      <a:ext uri="{FF2B5EF4-FFF2-40B4-BE49-F238E27FC236}">
                        <a16:creationId xmlns:a16="http://schemas.microsoft.com/office/drawing/2014/main" id="{F70FCC99-35D9-C4BB-8494-EF48EF272A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24" name="Grupo 23">
                <a:extLst>
                  <a:ext uri="{FF2B5EF4-FFF2-40B4-BE49-F238E27FC236}">
                    <a16:creationId xmlns:a16="http://schemas.microsoft.com/office/drawing/2014/main" id="{A57C1716-7C81-4A32-8CC4-C71C077FCD4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5" name="Grupo 24">
                  <a:extLst>
                    <a:ext uri="{FF2B5EF4-FFF2-40B4-BE49-F238E27FC236}">
                      <a16:creationId xmlns:a16="http://schemas.microsoft.com/office/drawing/2014/main" id="{2B6AD793-C4F0-BDE4-7AE4-14142B552D0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7" name="Forma Livre 68">
                    <a:extLst>
                      <a:ext uri="{FF2B5EF4-FFF2-40B4-BE49-F238E27FC236}">
                        <a16:creationId xmlns:a16="http://schemas.microsoft.com/office/drawing/2014/main" id="{2B86639D-FA8C-1586-0EF9-0DDFAFC0CB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8" name="Forma Livre 69">
                    <a:extLst>
                      <a:ext uri="{FF2B5EF4-FFF2-40B4-BE49-F238E27FC236}">
                        <a16:creationId xmlns:a16="http://schemas.microsoft.com/office/drawing/2014/main" id="{D2ABB00E-E286-783E-1974-7C4A134C7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26" name="Linha 70">
                  <a:extLst>
                    <a:ext uri="{FF2B5EF4-FFF2-40B4-BE49-F238E27FC236}">
                      <a16:creationId xmlns:a16="http://schemas.microsoft.com/office/drawing/2014/main" id="{DC7C8E73-5391-0772-2BFF-60BC9B7F4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8" name="Espaço Reservado para Data 37">
            <a:extLst>
              <a:ext uri="{FF2B5EF4-FFF2-40B4-BE49-F238E27FC236}">
                <a16:creationId xmlns:a16="http://schemas.microsoft.com/office/drawing/2014/main" id="{EDE5DA25-6B46-B9A6-7FFC-464C5E761618}"/>
              </a:ext>
            </a:extLst>
          </p:cNvPr>
          <p:cNvSpPr>
            <a:spLocks noGrp="1"/>
          </p:cNvSpPr>
          <p:nvPr>
            <p:ph type="dt" sz="half" idx="10"/>
          </p:nvPr>
        </p:nvSpPr>
        <p:spPr/>
        <p:txBody>
          <a:bodyPr rtlCol="0"/>
          <a:lstStyle/>
          <a:p>
            <a:pPr rtl="0"/>
            <a:r>
              <a:rPr lang="pt-br"/>
              <a:t>20XX</a:t>
            </a:r>
            <a:endParaRPr lang="en-US"/>
          </a:p>
        </p:txBody>
      </p:sp>
      <p:sp>
        <p:nvSpPr>
          <p:cNvPr id="39" name="Espaço Reservado para Rodapé 38">
            <a:extLst>
              <a:ext uri="{FF2B5EF4-FFF2-40B4-BE49-F238E27FC236}">
                <a16:creationId xmlns:a16="http://schemas.microsoft.com/office/drawing/2014/main" id="{B787A52D-676F-1CF6-882D-92C6022BCAE6}"/>
              </a:ext>
            </a:extLst>
          </p:cNvPr>
          <p:cNvSpPr>
            <a:spLocks noGrp="1"/>
          </p:cNvSpPr>
          <p:nvPr>
            <p:ph type="ftr" sz="quarter" idx="11"/>
          </p:nvPr>
        </p:nvSpPr>
        <p:spPr/>
        <p:txBody>
          <a:bodyPr rtlCol="0"/>
          <a:lstStyle/>
          <a:p>
            <a:pPr rtl="0"/>
            <a:r>
              <a:rPr lang="pt-br"/>
              <a:t>Amostra de Texto de Rodapé</a:t>
            </a:r>
            <a:endParaRPr lang="en-US"/>
          </a:p>
        </p:txBody>
      </p:sp>
      <p:sp>
        <p:nvSpPr>
          <p:cNvPr id="40" name="Espaço Reservado para o Número do Slide 39">
            <a:extLst>
              <a:ext uri="{FF2B5EF4-FFF2-40B4-BE49-F238E27FC236}">
                <a16:creationId xmlns:a16="http://schemas.microsoft.com/office/drawing/2014/main" id="{EB85D4D9-091D-3BB4-EEF9-080683D48CE9}"/>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cxnSp>
        <p:nvCxnSpPr>
          <p:cNvPr id="6" name="Conector Reto 5">
            <a:extLst>
              <a:ext uri="{FF2B5EF4-FFF2-40B4-BE49-F238E27FC236}">
                <a16:creationId xmlns:a16="http://schemas.microsoft.com/office/drawing/2014/main" id="{349D3643-667E-326E-DF16-007B8A67F8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31520" y="4870289"/>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12648" y="5303520"/>
            <a:ext cx="8778240" cy="548640"/>
          </a:xfrm>
        </p:spPr>
        <p:txBody>
          <a:bodyPr rtlCol="0" anchor="ctr">
            <a:noAutofit/>
          </a:bodyPr>
          <a:lstStyle>
            <a:lvl1pPr marL="0" indent="0" algn="l">
              <a:lnSpc>
                <a:spcPct val="100000"/>
              </a:lnSpc>
              <a:buNone/>
              <a:defRPr sz="2000" b="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Autor da Citação</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188720"/>
            <a:ext cx="8778240" cy="3657600"/>
          </a:xfrm>
        </p:spPr>
        <p:txBody>
          <a:bodyPr rtlCol="0" anchor="ctr">
            <a:normAutofit/>
          </a:bodyPr>
          <a:lstStyle>
            <a:lvl1pPr algn="l">
              <a:lnSpc>
                <a:spcPct val="100000"/>
              </a:lnSpc>
              <a:defRPr sz="4000" b="0"/>
            </a:lvl1pPr>
          </a:lstStyle>
          <a:p>
            <a:pPr rtl="0"/>
            <a:r>
              <a:rPr lang="pt-br"/>
              <a:t>Clique para editar a Citação</a:t>
            </a:r>
          </a:p>
        </p:txBody>
      </p:sp>
    </p:spTree>
    <p:extLst>
      <p:ext uri="{BB962C8B-B14F-4D97-AF65-F5344CB8AC3E}">
        <p14:creationId xmlns:p14="http://schemas.microsoft.com/office/powerpoint/2010/main" val="257086559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3_FF185234.xml><?xml version="1.0" encoding="utf-8"?>
<p:sldLayout xmlns:a="http://schemas.openxmlformats.org/drawingml/2006/main" xmlns:r="http://schemas.openxmlformats.org/officeDocument/2006/relationships" xmlns:p="http://schemas.openxmlformats.org/presentationml/2006/main" type="title" preserve="1">
  <p:cSld name="Citação 2">
    <p:bg>
      <p:bgPr>
        <a:solidFill>
          <a:schemeClr val="tx2"/>
        </a:solidFill>
        <a:effectLst/>
      </p:bgPr>
    </p:bg>
    <p:spTree>
      <p:nvGrpSpPr>
        <p:cNvPr id="1" name=""/>
        <p:cNvGrpSpPr/>
        <p:nvPr/>
      </p:nvGrpSpPr>
      <p:grpSpPr>
        <a:xfrm>
          <a:off x="0" y="0"/>
          <a:ext cx="0" cy="0"/>
          <a:chOff x="0" y="0"/>
          <a:chExt cx="0" cy="0"/>
        </a:xfrm>
      </p:grpSpPr>
      <p:sp>
        <p:nvSpPr>
          <p:cNvPr id="7" name="Espaço Reservado para Data 6">
            <a:extLst>
              <a:ext uri="{FF2B5EF4-FFF2-40B4-BE49-F238E27FC236}">
                <a16:creationId xmlns:a16="http://schemas.microsoft.com/office/drawing/2014/main" id="{33BF9B84-1206-173F-EAC3-2F5354E4E4F6}"/>
              </a:ext>
            </a:extLst>
          </p:cNvPr>
          <p:cNvSpPr>
            <a:spLocks noGrp="1"/>
          </p:cNvSpPr>
          <p:nvPr>
            <p:ph type="dt" sz="half" idx="10"/>
          </p:nvPr>
        </p:nvSpPr>
        <p:spPr/>
        <p:txBody>
          <a:bodyPr rtlCol="0"/>
          <a:lstStyle>
            <a:lvl1pPr>
              <a:defRPr>
                <a:solidFill>
                  <a:schemeClr val="bg1">
                    <a:lumMod val="65000"/>
                    <a:lumOff val="35000"/>
                  </a:schemeClr>
                </a:solidFill>
              </a:defRPr>
            </a:lvl1pPr>
          </a:lstStyle>
          <a:p>
            <a:pPr rtl="0"/>
            <a:r>
              <a:rPr lang="pt-br"/>
              <a:t>20XX</a:t>
            </a:r>
            <a:endParaRPr lang="en-US"/>
          </a:p>
        </p:txBody>
      </p:sp>
      <p:sp>
        <p:nvSpPr>
          <p:cNvPr id="8" name="Espaço Reservado para Rodapé 7">
            <a:extLst>
              <a:ext uri="{FF2B5EF4-FFF2-40B4-BE49-F238E27FC236}">
                <a16:creationId xmlns:a16="http://schemas.microsoft.com/office/drawing/2014/main" id="{85777012-FF09-2955-E37E-D84DE60BFFD7}"/>
              </a:ext>
            </a:extLst>
          </p:cNvPr>
          <p:cNvSpPr>
            <a:spLocks noGrp="1"/>
          </p:cNvSpPr>
          <p:nvPr>
            <p:ph type="ftr" sz="quarter" idx="11"/>
          </p:nvPr>
        </p:nvSpPr>
        <p:spPr/>
        <p:txBody>
          <a:bodyPr rtlCol="0"/>
          <a:lstStyle>
            <a:lvl1pPr>
              <a:defRPr>
                <a:solidFill>
                  <a:schemeClr val="bg1">
                    <a:lumMod val="65000"/>
                    <a:lumOff val="35000"/>
                  </a:schemeClr>
                </a:solidFill>
              </a:defRPr>
            </a:lvl1pPr>
          </a:lstStyle>
          <a:p>
            <a:pPr rtl="0"/>
            <a:r>
              <a:rPr lang="pt-br"/>
              <a:t>Amostra de Texto de Rodapé</a:t>
            </a:r>
            <a:endParaRPr lang="en-US"/>
          </a:p>
        </p:txBody>
      </p:sp>
      <p:sp>
        <p:nvSpPr>
          <p:cNvPr id="9" name="Espaço Reservado para o Número do Slide 8">
            <a:extLst>
              <a:ext uri="{FF2B5EF4-FFF2-40B4-BE49-F238E27FC236}">
                <a16:creationId xmlns:a16="http://schemas.microsoft.com/office/drawing/2014/main" id="{585D0419-0817-758C-FCD5-1FD1EEE6AF2A}"/>
              </a:ext>
            </a:extLst>
          </p:cNvPr>
          <p:cNvSpPr>
            <a:spLocks noGrp="1"/>
          </p:cNvSpPr>
          <p:nvPr>
            <p:ph type="sldNum" sz="quarter" idx="12"/>
          </p:nvPr>
        </p:nvSpPr>
        <p:spPr/>
        <p:txBody>
          <a:bodyPr rtlCol="0"/>
          <a:lstStyle>
            <a:lvl1pPr>
              <a:defRPr>
                <a:solidFill>
                  <a:schemeClr val="bg1">
                    <a:lumMod val="65000"/>
                    <a:lumOff val="35000"/>
                  </a:schemeClr>
                </a:solidFill>
              </a:defRPr>
            </a:lvl1pPr>
          </a:lstStyle>
          <a:p>
            <a:pPr rtl="0"/>
            <a:fld id="{CC057153-B650-4DEB-B370-79DDCFDCE934}" type="slidenum">
              <a:rPr lang="en-US" smtClean="0"/>
              <a:pPr/>
              <a:t/>
            </a:fld>
            <a:endParaRPr lang="en-US"/>
          </a:p>
        </p:txBody>
      </p:sp>
      <p:grpSp>
        <p:nvGrpSpPr>
          <p:cNvPr id="4" name="Grupo 3">
            <a:extLst>
              <a:ext uri="{FF2B5EF4-FFF2-40B4-BE49-F238E27FC236}">
                <a16:creationId xmlns:a16="http://schemas.microsoft.com/office/drawing/2014/main" id="{87B25E08-7F85-EEBE-347D-2C58E82FA31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5" name="Retângulo 4">
              <a:extLst>
                <a:ext uri="{FF2B5EF4-FFF2-40B4-BE49-F238E27FC236}">
                  <a16:creationId xmlns:a16="http://schemas.microsoft.com/office/drawing/2014/main" id="{4DC06BB2-68EC-DEC4-7129-2A0E48E3B5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6" name="Grupo 5">
              <a:extLst>
                <a:ext uri="{FF2B5EF4-FFF2-40B4-BE49-F238E27FC236}">
                  <a16:creationId xmlns:a16="http://schemas.microsoft.com/office/drawing/2014/main" id="{0832F3D2-C5FA-4E83-6685-08CA600B189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upo 9">
                <a:extLst>
                  <a:ext uri="{FF2B5EF4-FFF2-40B4-BE49-F238E27FC236}">
                    <a16:creationId xmlns:a16="http://schemas.microsoft.com/office/drawing/2014/main" id="{C5890F6F-4AE1-B659-4D3E-60846190E3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orma Livre 68">
                  <a:extLst>
                    <a:ext uri="{FF2B5EF4-FFF2-40B4-BE49-F238E27FC236}">
                      <a16:creationId xmlns:a16="http://schemas.microsoft.com/office/drawing/2014/main" id="{9D8D7C35-1556-5858-4702-C7D4E838B2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vre 69">
                  <a:extLst>
                    <a:ext uri="{FF2B5EF4-FFF2-40B4-BE49-F238E27FC236}">
                      <a16:creationId xmlns:a16="http://schemas.microsoft.com/office/drawing/2014/main" id="{C3C5FB31-6CDE-74CC-ED72-B65943E4C2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Linha 70">
                  <a:extLst>
                    <a:ext uri="{FF2B5EF4-FFF2-40B4-BE49-F238E27FC236}">
                      <a16:creationId xmlns:a16="http://schemas.microsoft.com/office/drawing/2014/main" id="{5A9A7064-4FC4-2763-1CB1-02229FDCB3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1" name="Grupo 10">
                <a:extLst>
                  <a:ext uri="{FF2B5EF4-FFF2-40B4-BE49-F238E27FC236}">
                    <a16:creationId xmlns:a16="http://schemas.microsoft.com/office/drawing/2014/main" id="{FBE0AE6B-8730-F793-4056-EBD82EC1066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orma Livre 68">
                  <a:extLst>
                    <a:ext uri="{FF2B5EF4-FFF2-40B4-BE49-F238E27FC236}">
                      <a16:creationId xmlns:a16="http://schemas.microsoft.com/office/drawing/2014/main" id="{B86231CF-4518-2AC5-1CDC-E4C62D3602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vre 69">
                  <a:extLst>
                    <a:ext uri="{FF2B5EF4-FFF2-40B4-BE49-F238E27FC236}">
                      <a16:creationId xmlns:a16="http://schemas.microsoft.com/office/drawing/2014/main" id="{DE705837-6AFF-390C-44B1-397EBAFF33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Linha 70">
                  <a:extLst>
                    <a:ext uri="{FF2B5EF4-FFF2-40B4-BE49-F238E27FC236}">
                      <a16:creationId xmlns:a16="http://schemas.microsoft.com/office/drawing/2014/main" id="{6873C17A-B4A8-79DA-398E-F218CF9D58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18" name="Conector Reto 17">
            <a:extLst>
              <a:ext uri="{FF2B5EF4-FFF2-40B4-BE49-F238E27FC236}">
                <a16:creationId xmlns:a16="http://schemas.microsoft.com/office/drawing/2014/main" id="{B48A30F9-EC2B-708F-CFF0-8A84E881A6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6000" y="4754880"/>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03520"/>
            <a:ext cx="9198864" cy="548640"/>
          </a:xfrm>
        </p:spPr>
        <p:txBody>
          <a:bodyPr rtlCol="0" anchor="ctr">
            <a:noAutofit/>
          </a:bodyPr>
          <a:lstStyle>
            <a:lvl1pPr marL="0" indent="0" algn="ctr">
              <a:lnSpc>
                <a:spcPct val="100000"/>
              </a:lnSpc>
              <a:buNone/>
              <a:defRPr sz="2000" b="0" cap="all" spc="100" baseline="0">
                <a:solidFill>
                  <a:schemeClr val="bg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Autor da Citação</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rtlCol="0" anchor="ctr">
            <a:normAutofit/>
          </a:bodyPr>
          <a:lstStyle>
            <a:lvl1pPr algn="ctr">
              <a:lnSpc>
                <a:spcPct val="100000"/>
              </a:lnSpc>
              <a:defRPr sz="4000" b="0">
                <a:solidFill>
                  <a:schemeClr val="bg1">
                    <a:lumMod val="75000"/>
                    <a:lumOff val="25000"/>
                  </a:schemeClr>
                </a:solidFill>
              </a:defRPr>
            </a:lvl1pPr>
          </a:lstStyle>
          <a:p>
            <a:pPr rtl="0"/>
            <a:r>
              <a:rPr lang="pt-br"/>
              <a:t>Clique para editar a Citação</a:t>
            </a:r>
          </a:p>
        </p:txBody>
      </p:sp>
    </p:spTree>
    <p:extLst>
      <p:ext uri="{BB962C8B-B14F-4D97-AF65-F5344CB8AC3E}">
        <p14:creationId xmlns:p14="http://schemas.microsoft.com/office/powerpoint/2010/main" val="42797839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4_862C561A.xml><?xml version="1.0" encoding="utf-8"?>
<p:sldLayout xmlns:a="http://schemas.openxmlformats.org/drawingml/2006/main" xmlns:r="http://schemas.openxmlformats.org/officeDocument/2006/relationships" xmlns:p="http://schemas.openxmlformats.org/presentationml/2006/main" type="title" preserve="1">
  <p:cSld name="Citação 3">
    <p:spTree>
      <p:nvGrpSpPr>
        <p:cNvPr id="1" name=""/>
        <p:cNvGrpSpPr/>
        <p:nvPr/>
      </p:nvGrpSpPr>
      <p:grpSpPr>
        <a:xfrm>
          <a:off x="0" y="0"/>
          <a:ext cx="0" cy="0"/>
          <a:chOff x="0" y="0"/>
          <a:chExt cx="0" cy="0"/>
        </a:xfrm>
      </p:grpSpPr>
      <p:sp>
        <p:nvSpPr>
          <p:cNvPr id="7" name="Espaço Reservado para Data 6">
            <a:extLst>
              <a:ext uri="{FF2B5EF4-FFF2-40B4-BE49-F238E27FC236}">
                <a16:creationId xmlns:a16="http://schemas.microsoft.com/office/drawing/2014/main" id="{F6C1257C-9B41-78D7-C9C0-2B25AECC26D2}"/>
              </a:ext>
            </a:extLst>
          </p:cNvPr>
          <p:cNvSpPr>
            <a:spLocks noGrp="1"/>
          </p:cNvSpPr>
          <p:nvPr>
            <p:ph type="dt" sz="half" idx="10"/>
          </p:nvPr>
        </p:nvSpPr>
        <p:spPr/>
        <p:txBody>
          <a:bodyPr rtlCol="0"/>
          <a:lstStyle/>
          <a:p>
            <a:pPr rtl="0"/>
            <a:r>
              <a:rPr lang="pt-br"/>
              <a:t>20XX</a:t>
            </a:r>
            <a:endParaRPr lang="en-US"/>
          </a:p>
        </p:txBody>
      </p:sp>
      <p:sp>
        <p:nvSpPr>
          <p:cNvPr id="8" name="Espaço Reservado para Rodapé 7">
            <a:extLst>
              <a:ext uri="{FF2B5EF4-FFF2-40B4-BE49-F238E27FC236}">
                <a16:creationId xmlns:a16="http://schemas.microsoft.com/office/drawing/2014/main" id="{560AC85C-5293-C84A-0E4C-5F5E14E2C1E2}"/>
              </a:ext>
            </a:extLst>
          </p:cNvPr>
          <p:cNvSpPr>
            <a:spLocks noGrp="1"/>
          </p:cNvSpPr>
          <p:nvPr>
            <p:ph type="ftr" sz="quarter" idx="11"/>
          </p:nvPr>
        </p:nvSpPr>
        <p:spPr/>
        <p:txBody>
          <a:bodyPr rtlCol="0"/>
          <a:lstStyle/>
          <a:p>
            <a:pPr rtl="0"/>
            <a:r>
              <a:rPr lang="pt-br"/>
              <a:t>Amostra de Texto de Rodapé</a:t>
            </a:r>
            <a:endParaRPr lang="en-US"/>
          </a:p>
        </p:txBody>
      </p:sp>
      <p:sp>
        <p:nvSpPr>
          <p:cNvPr id="9" name="Espaço Reservado para o Número do Slide 8">
            <a:extLst>
              <a:ext uri="{FF2B5EF4-FFF2-40B4-BE49-F238E27FC236}">
                <a16:creationId xmlns:a16="http://schemas.microsoft.com/office/drawing/2014/main" id="{A1CEA57E-D067-1644-60AE-1AA532586395}"/>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grpSp>
        <p:nvGrpSpPr>
          <p:cNvPr id="4" name="Grupo 3">
            <a:extLst>
              <a:ext uri="{FF2B5EF4-FFF2-40B4-BE49-F238E27FC236}">
                <a16:creationId xmlns:a16="http://schemas.microsoft.com/office/drawing/2014/main" id="{4BC73ACC-D2E1-A902-9CFD-5514C0EB843E}"/>
              </a:ext>
            </a:extLst>
          </p:cNvPr>
          <p:cNvGrpSpPr/>
          <p:nvPr/>
        </p:nvGrpSpPr>
        <p:grpSpPr>
          <a:xfrm>
            <a:off x="10345635" y="649304"/>
            <a:ext cx="698051" cy="1372591"/>
            <a:chOff x="1079500" y="649304"/>
            <a:chExt cx="698051" cy="1372591"/>
          </a:xfrm>
        </p:grpSpPr>
        <p:sp>
          <p:nvSpPr>
            <p:cNvPr id="5" name="Oval 4">
              <a:extLst>
                <a:ext uri="{FF2B5EF4-FFF2-40B4-BE49-F238E27FC236}">
                  <a16:creationId xmlns:a16="http://schemas.microsoft.com/office/drawing/2014/main" id="{3A8F7568-F65C-1826-02F4-71D36A34505E}"/>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lvl="0" rtl="0"/>
              <a:endParaRPr lang="en-US">
                <a:solidFill>
                  <a:schemeClr val="tx1"/>
                </a:solidFill>
              </a:endParaRPr>
            </a:p>
          </p:txBody>
        </p:sp>
        <p:grpSp>
          <p:nvGrpSpPr>
            <p:cNvPr id="6" name="Grupo 5">
              <a:extLst>
                <a:ext uri="{FF2B5EF4-FFF2-40B4-BE49-F238E27FC236}">
                  <a16:creationId xmlns:a16="http://schemas.microsoft.com/office/drawing/2014/main" id="{CD9F4D79-EF81-3DAC-E6F0-9966B3BA8B66}"/>
                </a:ext>
              </a:extLst>
            </p:cNvPr>
            <p:cNvGrpSpPr/>
            <p:nvPr/>
          </p:nvGrpSpPr>
          <p:grpSpPr>
            <a:xfrm rot="10800000">
              <a:off x="1079500" y="952167"/>
              <a:ext cx="641184" cy="1069728"/>
              <a:chOff x="6484111" y="2967038"/>
              <a:chExt cx="641184" cy="1069728"/>
            </a:xfrm>
          </p:grpSpPr>
          <p:grpSp>
            <p:nvGrpSpPr>
              <p:cNvPr id="10" name="Grupo 9">
                <a:extLst>
                  <a:ext uri="{FF2B5EF4-FFF2-40B4-BE49-F238E27FC236}">
                    <a16:creationId xmlns:a16="http://schemas.microsoft.com/office/drawing/2014/main" id="{765DCA08-C13A-7307-8DFC-CBA8E4CCE422}"/>
                  </a:ext>
                </a:extLst>
              </p:cNvPr>
              <p:cNvGrpSpPr/>
              <p:nvPr/>
            </p:nvGrpSpPr>
            <p:grpSpPr>
              <a:xfrm>
                <a:off x="6808136" y="2967038"/>
                <a:ext cx="317159" cy="932400"/>
                <a:chOff x="6808136" y="2967038"/>
                <a:chExt cx="317159" cy="932400"/>
              </a:xfrm>
            </p:grpSpPr>
            <p:sp>
              <p:nvSpPr>
                <p:cNvPr id="15" name="Forma Livre 68">
                  <a:extLst>
                    <a:ext uri="{FF2B5EF4-FFF2-40B4-BE49-F238E27FC236}">
                      <a16:creationId xmlns:a16="http://schemas.microsoft.com/office/drawing/2014/main" id="{F27AC9C8-5613-A519-4CEB-29DEE249E3C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vre 69">
                  <a:extLst>
                    <a:ext uri="{FF2B5EF4-FFF2-40B4-BE49-F238E27FC236}">
                      <a16:creationId xmlns:a16="http://schemas.microsoft.com/office/drawing/2014/main" id="{87BACDFB-87E3-1AF8-DD12-17A45E4223B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Linha 70">
                  <a:extLst>
                    <a:ext uri="{FF2B5EF4-FFF2-40B4-BE49-F238E27FC236}">
                      <a16:creationId xmlns:a16="http://schemas.microsoft.com/office/drawing/2014/main" id="{C2D2B8AE-E1D9-05B9-65C3-8AA338C82B2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1" name="Grupo 10">
                <a:extLst>
                  <a:ext uri="{FF2B5EF4-FFF2-40B4-BE49-F238E27FC236}">
                    <a16:creationId xmlns:a16="http://schemas.microsoft.com/office/drawing/2014/main" id="{20221997-1E60-D165-D6DD-259C80A46B02}"/>
                  </a:ext>
                </a:extLst>
              </p:cNvPr>
              <p:cNvGrpSpPr/>
              <p:nvPr/>
            </p:nvGrpSpPr>
            <p:grpSpPr>
              <a:xfrm rot="18900000" flipH="1">
                <a:off x="6484111" y="3104366"/>
                <a:ext cx="317159" cy="932400"/>
                <a:chOff x="6808136" y="2967038"/>
                <a:chExt cx="317159" cy="932400"/>
              </a:xfrm>
            </p:grpSpPr>
            <p:sp>
              <p:nvSpPr>
                <p:cNvPr id="12" name="Forma Livre 68">
                  <a:extLst>
                    <a:ext uri="{FF2B5EF4-FFF2-40B4-BE49-F238E27FC236}">
                      <a16:creationId xmlns:a16="http://schemas.microsoft.com/office/drawing/2014/main" id="{FE3286D6-38FC-8B18-9012-A8EB46C5F28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vre 69">
                  <a:extLst>
                    <a:ext uri="{FF2B5EF4-FFF2-40B4-BE49-F238E27FC236}">
                      <a16:creationId xmlns:a16="http://schemas.microsoft.com/office/drawing/2014/main" id="{3B79B884-3CA9-39CF-2020-ACD13718D1F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Linha 70">
                  <a:extLst>
                    <a:ext uri="{FF2B5EF4-FFF2-40B4-BE49-F238E27FC236}">
                      <a16:creationId xmlns:a16="http://schemas.microsoft.com/office/drawing/2014/main" id="{3C4A024D-7F6B-26A2-E0CF-77BDF5DFC4BC}"/>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18" name="Conector Reto 17">
            <a:extLst>
              <a:ext uri="{FF2B5EF4-FFF2-40B4-BE49-F238E27FC236}">
                <a16:creationId xmlns:a16="http://schemas.microsoft.com/office/drawing/2014/main" id="{27DC5E14-FC0C-F458-FA29-6BC96E2CB2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31520" y="4754880"/>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12648" y="5303520"/>
            <a:ext cx="8961120" cy="548640"/>
          </a:xfrm>
        </p:spPr>
        <p:txBody>
          <a:bodyPr rtlCol="0" anchor="ctr">
            <a:noAutofit/>
          </a:bodyPr>
          <a:lstStyle>
            <a:lvl1pPr marL="0" indent="0" algn="l">
              <a:lnSpc>
                <a:spcPct val="100000"/>
              </a:lnSpc>
              <a:buNone/>
              <a:defRPr sz="2000" b="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Autor da Citação</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rtlCol="0" anchor="ctr">
            <a:normAutofit/>
          </a:bodyPr>
          <a:lstStyle>
            <a:lvl1pPr algn="l">
              <a:lnSpc>
                <a:spcPct val="100000"/>
              </a:lnSpc>
              <a:defRPr sz="4000" b="0"/>
            </a:lvl1pPr>
          </a:lstStyle>
          <a:p>
            <a:pPr rtl="0"/>
            <a:r>
              <a:rPr lang="pt-br"/>
              <a:t>Clique para editar a Citação</a:t>
            </a:r>
          </a:p>
        </p:txBody>
      </p:sp>
    </p:spTree>
    <p:extLst>
      <p:ext uri="{BB962C8B-B14F-4D97-AF65-F5344CB8AC3E}">
        <p14:creationId xmlns:p14="http://schemas.microsoft.com/office/powerpoint/2010/main" val="22510525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5_9AC13D68.xml><?xml version="1.0" encoding="utf-8"?>
<p:sldLayout xmlns:a="http://schemas.openxmlformats.org/drawingml/2006/main" xmlns:r="http://schemas.openxmlformats.org/officeDocument/2006/relationships" xmlns:p="http://schemas.openxmlformats.org/presentationml/2006/main" preserve="1">
  <p:cSld name="Dois Conteúdos">
    <p:spTree>
      <p:nvGrpSpPr>
        <p:cNvPr id="1" name=""/>
        <p:cNvGrpSpPr/>
        <p:nvPr/>
      </p:nvGrpSpPr>
      <p:grpSpPr>
        <a:xfrm>
          <a:off x="0" y="0"/>
          <a:ext cx="0" cy="0"/>
          <a:chOff x="0" y="0"/>
          <a:chExt cx="0" cy="0"/>
        </a:xfrm>
      </p:grpSpPr>
      <p:cxnSp>
        <p:nvCxnSpPr>
          <p:cNvPr id="8" name="Conector Reto 7">
            <a:extLst>
              <a:ext uri="{FF2B5EF4-FFF2-40B4-BE49-F238E27FC236}">
                <a16:creationId xmlns:a16="http://schemas.microsoft.com/office/drawing/2014/main" id="{1DD89DC3-7755-6F68-B7F5-979FD6C7440D}"/>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Espaço Reservado para Data 2">
            <a:extLst>
              <a:ext uri="{FF2B5EF4-FFF2-40B4-BE49-F238E27FC236}">
                <a16:creationId xmlns:a16="http://schemas.microsoft.com/office/drawing/2014/main" id="{9802CF08-CC52-E7E8-E565-6700958B4105}"/>
              </a:ext>
            </a:extLst>
          </p:cNvPr>
          <p:cNvSpPr>
            <a:spLocks noGrp="1"/>
          </p:cNvSpPr>
          <p:nvPr>
            <p:ph type="dt" sz="half" idx="15"/>
          </p:nvPr>
        </p:nvSpPr>
        <p:spPr/>
        <p:txBody>
          <a:bodyPr rtlCol="0"/>
          <a:lstStyle/>
          <a:p>
            <a:pPr rtl="0"/>
            <a:r>
              <a:rPr lang="pt-br"/>
              <a:t>20XX</a:t>
            </a:r>
            <a:endParaRPr lang="en-US"/>
          </a:p>
        </p:txBody>
      </p:sp>
      <p:sp>
        <p:nvSpPr>
          <p:cNvPr id="4" name="Espaço Reservado para Rodapé 3">
            <a:extLst>
              <a:ext uri="{FF2B5EF4-FFF2-40B4-BE49-F238E27FC236}">
                <a16:creationId xmlns:a16="http://schemas.microsoft.com/office/drawing/2014/main" id="{0823CA10-9755-BD67-C4D3-8A1BB620AEF2}"/>
              </a:ext>
            </a:extLst>
          </p:cNvPr>
          <p:cNvSpPr>
            <a:spLocks noGrp="1"/>
          </p:cNvSpPr>
          <p:nvPr>
            <p:ph type="ftr" sz="quarter" idx="16"/>
          </p:nvPr>
        </p:nvSpPr>
        <p:spPr/>
        <p:txBody>
          <a:bodyPr rtlCol="0"/>
          <a:lstStyle/>
          <a:p>
            <a:pPr rtl="0"/>
            <a:r>
              <a:rPr lang="pt-br"/>
              <a:t>Exemplo de Texto de Rodapé</a:t>
            </a:r>
            <a:endParaRPr lang="en-US"/>
          </a:p>
        </p:txBody>
      </p:sp>
      <p:sp>
        <p:nvSpPr>
          <p:cNvPr id="10" name="Espaço Reservado para o Número do Slide 9">
            <a:extLst>
              <a:ext uri="{FF2B5EF4-FFF2-40B4-BE49-F238E27FC236}">
                <a16:creationId xmlns:a16="http://schemas.microsoft.com/office/drawing/2014/main" id="{44A0A7C3-0501-E6B1-A79B-C8134B490F51}"/>
              </a:ext>
            </a:extLst>
          </p:cNvPr>
          <p:cNvSpPr>
            <a:spLocks noGrp="1"/>
          </p:cNvSpPr>
          <p:nvPr>
            <p:ph type="sldNum" sz="quarter" idx="17"/>
          </p:nvPr>
        </p:nvSpPr>
        <p:spPr/>
        <p:txBody>
          <a:bodyPr rtlCol="0"/>
          <a:lstStyle/>
          <a:p>
            <a:pPr rtl="0"/>
            <a:fld id="{CC057153-B650-4DEB-B370-79DDCFDCE934}" type="slidenum">
              <a:rPr lang="en-US" smtClean="0"/>
              <a:pPr/>
              <a:t/>
            </a:fld>
            <a:endParaRPr lang="en-US"/>
          </a:p>
        </p:txBody>
      </p:sp>
      <p:sp>
        <p:nvSpPr>
          <p:cNvPr id="9" name="Espaço Reservado para Texto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2103120"/>
            <a:ext cx="5181600" cy="393192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11" name="Espaço Reservado para Texto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03120"/>
            <a:ext cx="5181600" cy="393192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rtlCol="0"/>
          <a:lstStyle/>
          <a:p>
            <a:pPr rtl="0"/>
            <a:r>
              <a:rPr lang="pt-br"/>
              <a:t>Clique para editar o estilo de título Mestre</a:t>
            </a:r>
            <a:endParaRPr lang="en-US"/>
          </a:p>
        </p:txBody>
      </p:sp>
    </p:spTree>
    <p:extLst>
      <p:ext uri="{BB962C8B-B14F-4D97-AF65-F5344CB8AC3E}">
        <p14:creationId xmlns:p14="http://schemas.microsoft.com/office/powerpoint/2010/main" val="2596355432"/>
      </p:ext>
    </p:extLst>
  </p:cSld>
  <p:clrMapOvr>
    <a:masterClrMapping/>
  </p:clrMapOvr>
</p:sldLayout>
</file>

<file path=ppt/slideLayouts/slideLayout_80000036_6D3F886D.xml><?xml version="1.0" encoding="utf-8"?>
<p:sldLayout xmlns:a="http://schemas.openxmlformats.org/drawingml/2006/main" xmlns:r="http://schemas.openxmlformats.org/officeDocument/2006/relationships" xmlns:p="http://schemas.openxmlformats.org/presentationml/2006/main" preserve="1">
  <p:cSld name="Comparação">
    <p:spTree>
      <p:nvGrpSpPr>
        <p:cNvPr id="1" name=""/>
        <p:cNvGrpSpPr/>
        <p:nvPr/>
      </p:nvGrpSpPr>
      <p:grpSpPr>
        <a:xfrm>
          <a:off x="0" y="0"/>
          <a:ext cx="0" cy="0"/>
          <a:chOff x="0" y="0"/>
          <a:chExt cx="0" cy="0"/>
        </a:xfrm>
      </p:grpSpPr>
      <p:cxnSp>
        <p:nvCxnSpPr>
          <p:cNvPr id="4" name="Conector Reto 3">
            <a:extLst>
              <a:ext uri="{FF2B5EF4-FFF2-40B4-BE49-F238E27FC236}">
                <a16:creationId xmlns:a16="http://schemas.microsoft.com/office/drawing/2014/main" id="{1866B88E-A044-C4DC-1BA4-55C08C26B3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3152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 name="Espaço Reservado para Data 5">
            <a:extLst>
              <a:ext uri="{FF2B5EF4-FFF2-40B4-BE49-F238E27FC236}">
                <a16:creationId xmlns:a16="http://schemas.microsoft.com/office/drawing/2014/main" id="{0A6A0CCB-705E-C253-8F03-FFD90DF2B23A}"/>
              </a:ext>
            </a:extLst>
          </p:cNvPr>
          <p:cNvSpPr>
            <a:spLocks noGrp="1"/>
          </p:cNvSpPr>
          <p:nvPr>
            <p:ph type="dt" sz="half" idx="15"/>
          </p:nvPr>
        </p:nvSpPr>
        <p:spPr/>
        <p:txBody>
          <a:bodyPr rtlCol="0"/>
          <a:lstStyle/>
          <a:p>
            <a:pPr rtl="0"/>
            <a:r>
              <a:rPr lang="pt-br"/>
              <a:t>20XX</a:t>
            </a:r>
            <a:endParaRPr lang="en-US"/>
          </a:p>
        </p:txBody>
      </p:sp>
      <p:sp>
        <p:nvSpPr>
          <p:cNvPr id="10" name="Espaço Reservado para Rodapé 9">
            <a:extLst>
              <a:ext uri="{FF2B5EF4-FFF2-40B4-BE49-F238E27FC236}">
                <a16:creationId xmlns:a16="http://schemas.microsoft.com/office/drawing/2014/main" id="{9521B30A-7545-CD0D-C650-142227AAF7BF}"/>
              </a:ext>
            </a:extLst>
          </p:cNvPr>
          <p:cNvSpPr>
            <a:spLocks noGrp="1"/>
          </p:cNvSpPr>
          <p:nvPr>
            <p:ph type="ftr" sz="quarter" idx="16"/>
          </p:nvPr>
        </p:nvSpPr>
        <p:spPr/>
        <p:txBody>
          <a:bodyPr rtlCol="0"/>
          <a:lstStyle/>
          <a:p>
            <a:pPr rtl="0"/>
            <a:r>
              <a:rPr lang="pt-br"/>
              <a:t>Exemplo de Texto de Rodapé</a:t>
            </a:r>
            <a:endParaRPr lang="en-US"/>
          </a:p>
        </p:txBody>
      </p:sp>
      <p:sp>
        <p:nvSpPr>
          <p:cNvPr id="12" name="Espaço Reservado para o Número do Slide 11">
            <a:extLst>
              <a:ext uri="{FF2B5EF4-FFF2-40B4-BE49-F238E27FC236}">
                <a16:creationId xmlns:a16="http://schemas.microsoft.com/office/drawing/2014/main" id="{6F133E4C-C0E4-908F-E2F3-671E3A4141ED}"/>
              </a:ext>
            </a:extLst>
          </p:cNvPr>
          <p:cNvSpPr>
            <a:spLocks noGrp="1"/>
          </p:cNvSpPr>
          <p:nvPr>
            <p:ph type="sldNum" sz="quarter" idx="17"/>
          </p:nvPr>
        </p:nvSpPr>
        <p:spPr/>
        <p:txBody>
          <a:bodyPr rtlCol="0"/>
          <a:lstStyle/>
          <a:p>
            <a:pPr rtl="0"/>
            <a:fld id="{CC057153-B650-4DEB-B370-79DDCFDCE934}" type="slidenum">
              <a:rPr lang="en-US" smtClean="0"/>
              <a:pPr/>
              <a:t/>
            </a:fld>
            <a:endParaRPr lang="en-US"/>
          </a:p>
        </p:txBody>
      </p:sp>
      <p:sp>
        <p:nvSpPr>
          <p:cNvPr id="11" name="Espaço Reservado para Texto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926080"/>
            <a:ext cx="5157788" cy="32918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13" name="Espaço Reservado para Texto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926080"/>
            <a:ext cx="5183188" cy="32918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3" name="Espaço Reservado para Texto 2">
            <a:extLst>
              <a:ext uri="{FF2B5EF4-FFF2-40B4-BE49-F238E27FC236}">
                <a16:creationId xmlns:a16="http://schemas.microsoft.com/office/drawing/2014/main" id="{61CD26D4-290A-F0ED-7D62-41EDA6FEC2B9}"/>
              </a:ext>
            </a:extLst>
          </p:cNvPr>
          <p:cNvSpPr>
            <a:spLocks noGrp="1"/>
          </p:cNvSpPr>
          <p:nvPr>
            <p:ph type="body" idx="1"/>
          </p:nvPr>
        </p:nvSpPr>
        <p:spPr>
          <a:xfrm>
            <a:off x="609600" y="2286000"/>
            <a:ext cx="5157787" cy="559834"/>
          </a:xfrm>
        </p:spPr>
        <p:txBody>
          <a:bodyPr rtlCol="0" anchor="b">
            <a:noAutofit/>
          </a:bodyPr>
          <a:lstStyle>
            <a:lvl1pPr marL="0" indent="0">
              <a:lnSpc>
                <a:spcPct val="90000"/>
              </a:lnSpc>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5" name="Espaço Reservado para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2286000"/>
            <a:ext cx="5183188" cy="559834"/>
          </a:xfrm>
        </p:spPr>
        <p:txBody>
          <a:bodyPr rtlCol="0" anchor="b">
            <a:noAutofit/>
          </a:bodyPr>
          <a:lstStyle>
            <a:lvl1pPr marL="0" indent="0">
              <a:lnSpc>
                <a:spcPct val="90000"/>
              </a:lnSpc>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33856"/>
          </a:xfrm>
        </p:spPr>
        <p:txBody>
          <a:bodyPr rtlCol="0"/>
          <a:lstStyle/>
          <a:p>
            <a:pPr rtl="0"/>
            <a:r>
              <a:rPr lang="pt-br"/>
              <a:t>Clique para editar o estilo de título Mestre</a:t>
            </a:r>
            <a:endParaRPr lang="en-US"/>
          </a:p>
        </p:txBody>
      </p:sp>
    </p:spTree>
    <p:extLst>
      <p:ext uri="{BB962C8B-B14F-4D97-AF65-F5344CB8AC3E}">
        <p14:creationId xmlns:p14="http://schemas.microsoft.com/office/powerpoint/2010/main" val="1832880237"/>
      </p:ext>
    </p:extLst>
  </p:cSld>
  <p:clrMapOvr>
    <a:masterClrMapping/>
  </p:clrMapOvr>
</p:sldLayout>
</file>

<file path=ppt/slideLayouts/slideLayout_80000037_2EBC12EC.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cxnSp>
        <p:nvCxnSpPr>
          <p:cNvPr id="6" name="Conector Reto 5">
            <a:extLst>
              <a:ext uri="{FF2B5EF4-FFF2-40B4-BE49-F238E27FC236}">
                <a16:creationId xmlns:a16="http://schemas.microsoft.com/office/drawing/2014/main" id="{F2EAD9F9-0A12-AB31-3587-C0D1DF4DEC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3152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Espaço Reservado para Data 6">
            <a:extLst>
              <a:ext uri="{FF2B5EF4-FFF2-40B4-BE49-F238E27FC236}">
                <a16:creationId xmlns:a16="http://schemas.microsoft.com/office/drawing/2014/main" id="{0C7D3A48-0BDC-1551-7C27-D4E0D0023153}"/>
              </a:ext>
            </a:extLst>
          </p:cNvPr>
          <p:cNvSpPr>
            <a:spLocks noGrp="1"/>
          </p:cNvSpPr>
          <p:nvPr>
            <p:ph type="dt" sz="half" idx="10"/>
          </p:nvPr>
        </p:nvSpPr>
        <p:spPr/>
        <p:txBody>
          <a:bodyPr rtlCol="0"/>
          <a:lstStyle/>
          <a:p>
            <a:pPr rtl="0"/>
            <a:r>
              <a:rPr lang="pt-br"/>
              <a:t>20XX</a:t>
            </a:r>
            <a:endParaRPr lang="en-US"/>
          </a:p>
        </p:txBody>
      </p:sp>
      <p:sp>
        <p:nvSpPr>
          <p:cNvPr id="8" name="Espaço Reservado para Rodapé 7">
            <a:extLst>
              <a:ext uri="{FF2B5EF4-FFF2-40B4-BE49-F238E27FC236}">
                <a16:creationId xmlns:a16="http://schemas.microsoft.com/office/drawing/2014/main" id="{BE5A6371-065A-A2ED-6A80-D16F74C096DB}"/>
              </a:ext>
            </a:extLst>
          </p:cNvPr>
          <p:cNvSpPr>
            <a:spLocks noGrp="1"/>
          </p:cNvSpPr>
          <p:nvPr>
            <p:ph type="ftr" sz="quarter" idx="11"/>
          </p:nvPr>
        </p:nvSpPr>
        <p:spPr/>
        <p:txBody>
          <a:bodyPr rtlCol="0"/>
          <a:lstStyle/>
          <a:p>
            <a:pPr rtl="0"/>
            <a:r>
              <a:rPr lang="pt-br"/>
              <a:t>Amostra de Texto de Rodapé</a:t>
            </a:r>
            <a:endParaRPr lang="en-US"/>
          </a:p>
        </p:txBody>
      </p:sp>
      <p:sp>
        <p:nvSpPr>
          <p:cNvPr id="9" name="Espaço Reservado para o Número do Slide 8">
            <a:extLst>
              <a:ext uri="{FF2B5EF4-FFF2-40B4-BE49-F238E27FC236}">
                <a16:creationId xmlns:a16="http://schemas.microsoft.com/office/drawing/2014/main" id="{A9700336-1570-20F3-84A6-5FD60D83123E}"/>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p:txBody>
          <a:bodyPr rtlCol="0"/>
          <a:lstStyle/>
          <a:p>
            <a:pPr rtl="0"/>
            <a:r>
              <a:rPr lang="pt-br"/>
              <a:t>Clique para editar o estilo de título Mestre</a:t>
            </a:r>
            <a:endParaRPr lang="en-US"/>
          </a:p>
        </p:txBody>
      </p:sp>
    </p:spTree>
    <p:extLst>
      <p:ext uri="{BB962C8B-B14F-4D97-AF65-F5344CB8AC3E}">
        <p14:creationId xmlns:p14="http://schemas.microsoft.com/office/powerpoint/2010/main" val="784077548"/>
      </p:ext>
    </p:extLst>
  </p:cSld>
  <p:clrMapOvr>
    <a:masterClrMapping/>
  </p:clrMapOvr>
</p:sldLayout>
</file>

<file path=ppt/slideLayouts/slideLayout_80000038_598189E3.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5" name="Espaço Reservado para Data 4">
            <a:extLst>
              <a:ext uri="{FF2B5EF4-FFF2-40B4-BE49-F238E27FC236}">
                <a16:creationId xmlns:a16="http://schemas.microsoft.com/office/drawing/2014/main" id="{D1BD33CF-162C-4EE7-C7A7-70481746BE4E}"/>
              </a:ext>
            </a:extLst>
          </p:cNvPr>
          <p:cNvSpPr>
            <a:spLocks noGrp="1"/>
          </p:cNvSpPr>
          <p:nvPr>
            <p:ph type="dt" sz="half" idx="10"/>
          </p:nvPr>
        </p:nvSpPr>
        <p:spPr/>
        <p:txBody>
          <a:bodyPr rtlCol="0"/>
          <a:lstStyle/>
          <a:p>
            <a:pPr rtl="0"/>
            <a:r>
              <a:rPr lang="pt-br"/>
              <a:t>20XX</a:t>
            </a:r>
            <a:endParaRPr lang="en-US"/>
          </a:p>
        </p:txBody>
      </p:sp>
      <p:sp>
        <p:nvSpPr>
          <p:cNvPr id="6" name="Espaço Reservado para Rodapé 5">
            <a:extLst>
              <a:ext uri="{FF2B5EF4-FFF2-40B4-BE49-F238E27FC236}">
                <a16:creationId xmlns:a16="http://schemas.microsoft.com/office/drawing/2014/main" id="{ABCABE8C-EDAC-3C86-D131-D91C7EACA4D4}"/>
              </a:ext>
            </a:extLst>
          </p:cNvPr>
          <p:cNvSpPr>
            <a:spLocks noGrp="1"/>
          </p:cNvSpPr>
          <p:nvPr>
            <p:ph type="ftr" sz="quarter" idx="11"/>
          </p:nvPr>
        </p:nvSpPr>
        <p:spPr/>
        <p:txBody>
          <a:bodyPr rtlCol="0"/>
          <a:lstStyle/>
          <a:p>
            <a:pPr rtl="0"/>
            <a:r>
              <a:rPr lang="pt-br"/>
              <a:t>Exemplo de Texto de Rodapé</a:t>
            </a:r>
            <a:endParaRPr lang="en-US"/>
          </a:p>
        </p:txBody>
      </p:sp>
      <p:sp>
        <p:nvSpPr>
          <p:cNvPr id="7" name="Espaço Reservado para o Número do Slide 6">
            <a:extLst>
              <a:ext uri="{FF2B5EF4-FFF2-40B4-BE49-F238E27FC236}">
                <a16:creationId xmlns:a16="http://schemas.microsoft.com/office/drawing/2014/main" id="{1F603CBA-7C20-93AF-42F2-16F2FD48867E}"/>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spTree>
    <p:extLst>
      <p:ext uri="{BB962C8B-B14F-4D97-AF65-F5344CB8AC3E}">
        <p14:creationId xmlns:p14="http://schemas.microsoft.com/office/powerpoint/2010/main" val="1501661667"/>
      </p:ext>
    </p:extLst>
  </p:cSld>
  <p:clrMapOvr>
    <a:masterClrMapping/>
  </p:clrMapOvr>
</p:sldLayout>
</file>

<file path=ppt/slideLayouts/slideLayout_80000039_E87707A5.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8" name="Espaço Reservado para Data 7">
            <a:extLst>
              <a:ext uri="{FF2B5EF4-FFF2-40B4-BE49-F238E27FC236}">
                <a16:creationId xmlns:a16="http://schemas.microsoft.com/office/drawing/2014/main" id="{A9C1544C-C3DE-FEB0-1F42-810BC258D317}"/>
              </a:ext>
            </a:extLst>
          </p:cNvPr>
          <p:cNvSpPr>
            <a:spLocks noGrp="1"/>
          </p:cNvSpPr>
          <p:nvPr>
            <p:ph type="dt" sz="half" idx="10"/>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6A1C13AC-DECD-4472-34A9-15473A54B7C2}"/>
              </a:ext>
            </a:extLst>
          </p:cNvPr>
          <p:cNvSpPr>
            <a:spLocks noGrp="1"/>
          </p:cNvSpPr>
          <p:nvPr>
            <p:ph type="ftr" sz="quarter" idx="11"/>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52772E20-C3BC-555A-1802-79F5A626B0F2}"/>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cxnSp>
        <p:nvCxnSpPr>
          <p:cNvPr id="5" name="Conector Reto 4">
            <a:extLst>
              <a:ext uri="{FF2B5EF4-FFF2-40B4-BE49-F238E27FC236}">
                <a16:creationId xmlns:a16="http://schemas.microsoft.com/office/drawing/2014/main" id="{8829B4E3-A63E-1B70-226F-7154DB050BC0}"/>
              </a:ext>
              <a:ext uri="{C183D7F6-B498-43B3-948B-1728B52AA6E4}">
                <adec:decorative xmlns:adec="http://schemas.microsoft.com/office/drawing/2017/decorative" val="0"/>
              </a:ext>
            </a:extLst>
          </p:cNvPr>
          <p:cNvCxnSpPr>
            <a:cxnSpLocks/>
          </p:cNvCxnSpPr>
          <p:nvPr/>
        </p:nvCxnSpPr>
        <p:spPr>
          <a:xfrm>
            <a:off x="4667221"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
        <p:nvSpPr>
          <p:cNvPr id="4" name="Espaço Reservado para Texto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rtlCol="0"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3" name="Espaço Reservado para Conteúdo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rtlCol="0">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rtlCol="0" anchor="t">
            <a:normAutofit/>
          </a:bodyPr>
          <a:lstStyle>
            <a:lvl1pPr>
              <a:defRPr sz="3200"/>
            </a:lvl1pPr>
          </a:lstStyle>
          <a:p>
            <a:pPr rtl="0"/>
            <a:r>
              <a:rPr lang="pt-br"/>
              <a:t>Clique para editar o estilo de título Mestre</a:t>
            </a:r>
            <a:endParaRPr lang="en-US"/>
          </a:p>
        </p:txBody>
      </p:sp>
    </p:spTree>
    <p:extLst>
      <p:ext uri="{BB962C8B-B14F-4D97-AF65-F5344CB8AC3E}">
        <p14:creationId xmlns:p14="http://schemas.microsoft.com/office/powerpoint/2010/main" val="3900114853"/>
      </p:ext>
    </p:extLst>
  </p:cSld>
  <p:clrMapOvr>
    <a:masterClrMapping/>
  </p:clrMapOvr>
</p:sldLayout>
</file>

<file path=ppt/slideLayouts/slideLayout_80000040_8A588AA7.xml><?xml version="1.0" encoding="utf-8"?>
<p:sldLayout xmlns:a="http://schemas.openxmlformats.org/drawingml/2006/main" xmlns:r="http://schemas.openxmlformats.org/officeDocument/2006/relationships" xmlns:p="http://schemas.openxmlformats.org/presentationml/2006/main" preserve="1">
  <p:cSld name="Layout vertical com subcabeçalho e imagem">
    <p:spTree>
      <p:nvGrpSpPr>
        <p:cNvPr id="1" name=""/>
        <p:cNvGrpSpPr/>
        <p:nvPr/>
      </p:nvGrpSpPr>
      <p:grpSpPr>
        <a:xfrm>
          <a:off x="0" y="0"/>
          <a:ext cx="0" cy="0"/>
          <a:chOff x="0" y="0"/>
          <a:chExt cx="0" cy="0"/>
        </a:xfrm>
      </p:grpSpPr>
      <p:sp>
        <p:nvSpPr>
          <p:cNvPr id="16" name="Retângulo 15">
            <a:extLst>
              <a:ext uri="{FF2B5EF4-FFF2-40B4-BE49-F238E27FC236}">
                <a16:creationId xmlns:a16="http://schemas.microsoft.com/office/drawing/2014/main" id="{EBF9B1F4-2353-E389-1534-BFBF5FBDCC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grpSp>
        <p:nvGrpSpPr>
          <p:cNvPr id="48" name="Grupo 47">
            <a:extLst>
              <a:ext uri="{FF2B5EF4-FFF2-40B4-BE49-F238E27FC236}">
                <a16:creationId xmlns:a16="http://schemas.microsoft.com/office/drawing/2014/main" id="{3D48BC54-8D8A-CB76-97E5-688D541010B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49" name="Retângulo 48">
              <a:extLst>
                <a:ext uri="{FF2B5EF4-FFF2-40B4-BE49-F238E27FC236}">
                  <a16:creationId xmlns:a16="http://schemas.microsoft.com/office/drawing/2014/main" id="{DF9F6865-3666-CD82-3523-522A8E25AD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50" name="Grupo 49">
              <a:extLst>
                <a:ext uri="{FF2B5EF4-FFF2-40B4-BE49-F238E27FC236}">
                  <a16:creationId xmlns:a16="http://schemas.microsoft.com/office/drawing/2014/main" id="{C35F671F-5698-97D3-0D20-C74B5B8C74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51" name="Grupo 50">
                <a:extLst>
                  <a:ext uri="{FF2B5EF4-FFF2-40B4-BE49-F238E27FC236}">
                    <a16:creationId xmlns:a16="http://schemas.microsoft.com/office/drawing/2014/main" id="{4A99469D-3148-A32C-3CD1-DFF2EF0591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56" name="Forma Livre 68">
                  <a:extLst>
                    <a:ext uri="{FF2B5EF4-FFF2-40B4-BE49-F238E27FC236}">
                      <a16:creationId xmlns:a16="http://schemas.microsoft.com/office/drawing/2014/main" id="{0DF6D303-2C2F-DA3C-6EE3-EB1E706CA1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7" name="Forma Livre 69">
                  <a:extLst>
                    <a:ext uri="{FF2B5EF4-FFF2-40B4-BE49-F238E27FC236}">
                      <a16:creationId xmlns:a16="http://schemas.microsoft.com/office/drawing/2014/main" id="{2CC53E69-D74A-855C-DB63-69BE6E67A9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8" name="Linha 70">
                  <a:extLst>
                    <a:ext uri="{FF2B5EF4-FFF2-40B4-BE49-F238E27FC236}">
                      <a16:creationId xmlns:a16="http://schemas.microsoft.com/office/drawing/2014/main" id="{A6CFA2CF-7D8C-BD33-3155-F83E3F93E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52" name="Grupo 51">
                <a:extLst>
                  <a:ext uri="{FF2B5EF4-FFF2-40B4-BE49-F238E27FC236}">
                    <a16:creationId xmlns:a16="http://schemas.microsoft.com/office/drawing/2014/main" id="{A7FC8204-EC4D-7BF1-59ED-7BA4CDFF6EE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53" name="Forma Livre 68">
                  <a:extLst>
                    <a:ext uri="{FF2B5EF4-FFF2-40B4-BE49-F238E27FC236}">
                      <a16:creationId xmlns:a16="http://schemas.microsoft.com/office/drawing/2014/main" id="{5DB2EA0C-6181-1906-BED8-53E2B5A98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4" name="Forma Livre 69">
                  <a:extLst>
                    <a:ext uri="{FF2B5EF4-FFF2-40B4-BE49-F238E27FC236}">
                      <a16:creationId xmlns:a16="http://schemas.microsoft.com/office/drawing/2014/main" id="{E373093C-0DA0-6D92-0DC1-4CC323D3AD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5" name="Linha 70">
                  <a:extLst>
                    <a:ext uri="{FF2B5EF4-FFF2-40B4-BE49-F238E27FC236}">
                      <a16:creationId xmlns:a16="http://schemas.microsoft.com/office/drawing/2014/main" id="{71CCCCA5-296E-2676-BF68-6CA3AEDC78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p:nvPr>
        </p:nvSpPr>
        <p:spPr>
          <a:xfrm>
            <a:off x="6330737" y="224536"/>
            <a:ext cx="5643549" cy="6404782"/>
          </a:xfrm>
          <a:blipFill dpi="0" rotWithShape="1">
            <a:blip r:embed="rId2">
              <a:alphaModFix amt="60000"/>
            </a:blip>
            <a:srcRect/>
            <a:stretch>
              <a:fillRect/>
            </a:stretch>
          </a:blipFill>
        </p:spPr>
        <p:txBody>
          <a:bodyPr rtlCol="0"/>
          <a:lstStyle/>
          <a:p>
            <a:pPr rtl="0"/>
            <a:r>
              <a:rPr lang="pt-br"/>
              <a:t>Clique no ícone para adicionar uma imagem</a:t>
            </a:r>
          </a:p>
        </p:txBody>
      </p:sp>
      <p:grpSp>
        <p:nvGrpSpPr>
          <p:cNvPr id="4" name="Grupo 3">
            <a:extLst>
              <a:ext uri="{FF2B5EF4-FFF2-40B4-BE49-F238E27FC236}">
                <a16:creationId xmlns:a16="http://schemas.microsoft.com/office/drawing/2014/main" id="{6EF9DAD9-C0FF-6C34-61C0-F55F5673845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5" name="Retângulo 4">
              <a:extLst>
                <a:ext uri="{FF2B5EF4-FFF2-40B4-BE49-F238E27FC236}">
                  <a16:creationId xmlns:a16="http://schemas.microsoft.com/office/drawing/2014/main" id="{430E4480-39C5-1A33-EBB5-B2D28AE094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6" name="Grupo 5">
              <a:extLst>
                <a:ext uri="{FF2B5EF4-FFF2-40B4-BE49-F238E27FC236}">
                  <a16:creationId xmlns:a16="http://schemas.microsoft.com/office/drawing/2014/main" id="{FF7C190B-BDBF-4531-4EEE-CF91F2C065C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7" name="Grupo 6">
                <a:extLst>
                  <a:ext uri="{FF2B5EF4-FFF2-40B4-BE49-F238E27FC236}">
                    <a16:creationId xmlns:a16="http://schemas.microsoft.com/office/drawing/2014/main" id="{B16E7387-18F2-89B6-BEDE-E387DC4B86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3" name="Forma Livre 68">
                  <a:extLst>
                    <a:ext uri="{FF2B5EF4-FFF2-40B4-BE49-F238E27FC236}">
                      <a16:creationId xmlns:a16="http://schemas.microsoft.com/office/drawing/2014/main" id="{092D9B78-8E96-8B21-6882-0CEC6306DB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vre 69">
                  <a:extLst>
                    <a:ext uri="{FF2B5EF4-FFF2-40B4-BE49-F238E27FC236}">
                      <a16:creationId xmlns:a16="http://schemas.microsoft.com/office/drawing/2014/main" id="{5B58D42B-5A80-25D5-06EE-41AEC29776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Linha 70">
                  <a:extLst>
                    <a:ext uri="{FF2B5EF4-FFF2-40B4-BE49-F238E27FC236}">
                      <a16:creationId xmlns:a16="http://schemas.microsoft.com/office/drawing/2014/main" id="{2D172F8A-85FE-CD2B-4207-D2BE09249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8" name="Grupo 7">
                <a:extLst>
                  <a:ext uri="{FF2B5EF4-FFF2-40B4-BE49-F238E27FC236}">
                    <a16:creationId xmlns:a16="http://schemas.microsoft.com/office/drawing/2014/main" id="{5568BFA7-0439-4A5D-1E15-06DD6CF2358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9" name="Forma Livre 68">
                  <a:extLst>
                    <a:ext uri="{FF2B5EF4-FFF2-40B4-BE49-F238E27FC236}">
                      <a16:creationId xmlns:a16="http://schemas.microsoft.com/office/drawing/2014/main" id="{6B86700D-90C8-3325-D01E-8542AF920A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 name="Forma Livre 69">
                  <a:extLst>
                    <a:ext uri="{FF2B5EF4-FFF2-40B4-BE49-F238E27FC236}">
                      <a16:creationId xmlns:a16="http://schemas.microsoft.com/office/drawing/2014/main" id="{B025A7EA-BF8E-6DE1-C7EA-5DB29E99B3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Linha 70">
                  <a:extLst>
                    <a:ext uri="{FF2B5EF4-FFF2-40B4-BE49-F238E27FC236}">
                      <a16:creationId xmlns:a16="http://schemas.microsoft.com/office/drawing/2014/main" id="{2018A17D-E735-C688-E024-4CE5BA7D81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 name="Subtítulo 2">
            <a:extLst>
              <a:ext uri="{FF2B5EF4-FFF2-40B4-BE49-F238E27FC236}">
                <a16:creationId xmlns:a16="http://schemas.microsoft.com/office/drawing/2014/main" id="{2813DC80-A50F-9197-90ED-5C999AB54519}"/>
              </a:ext>
            </a:extLst>
          </p:cNvPr>
          <p:cNvSpPr>
            <a:spLocks noGrp="1"/>
          </p:cNvSpPr>
          <p:nvPr>
            <p:ph type="subTitle" idx="1"/>
          </p:nvPr>
        </p:nvSpPr>
        <p:spPr>
          <a:xfrm>
            <a:off x="466344" y="4078224"/>
            <a:ext cx="5157216" cy="1783080"/>
          </a:xfrm>
        </p:spPr>
        <p:txBody>
          <a:bodyPr rtlCol="0" anchor="t"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466344" y="996696"/>
            <a:ext cx="5157216" cy="2971800"/>
          </a:xfrm>
        </p:spPr>
        <p:txBody>
          <a:bodyPr rtlCol="0" anchor="b" anchorCtr="0">
            <a:normAutofit/>
          </a:bodyPr>
          <a:lstStyle>
            <a:lvl1pPr algn="ctr">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23210584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41_1C4C3ED0.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8" name="Espaço Reservado para Data 7">
            <a:extLst>
              <a:ext uri="{FF2B5EF4-FFF2-40B4-BE49-F238E27FC236}">
                <a16:creationId xmlns:a16="http://schemas.microsoft.com/office/drawing/2014/main" id="{2DECF7E6-548D-A95C-6299-222EE29ED544}"/>
              </a:ext>
            </a:extLst>
          </p:cNvPr>
          <p:cNvSpPr>
            <a:spLocks noGrp="1"/>
          </p:cNvSpPr>
          <p:nvPr>
            <p:ph type="dt" sz="half" idx="10"/>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8C9320CA-5CD7-A07A-0CA7-261225AAEF77}"/>
              </a:ext>
            </a:extLst>
          </p:cNvPr>
          <p:cNvSpPr>
            <a:spLocks noGrp="1"/>
          </p:cNvSpPr>
          <p:nvPr>
            <p:ph type="ftr" sz="quarter" idx="11"/>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A6E4DA78-A37F-D95F-BF1F-990B686AB49D}"/>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grpSp>
        <p:nvGrpSpPr>
          <p:cNvPr id="4" name="Grupo 3">
            <a:extLst>
              <a:ext uri="{FF2B5EF4-FFF2-40B4-BE49-F238E27FC236}">
                <a16:creationId xmlns:a16="http://schemas.microsoft.com/office/drawing/2014/main" id="{99E31246-CDE1-7CCE-9C91-29096D9E16B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5" name="Grupo 4">
              <a:extLst>
                <a:ext uri="{FF2B5EF4-FFF2-40B4-BE49-F238E27FC236}">
                  <a16:creationId xmlns:a16="http://schemas.microsoft.com/office/drawing/2014/main" id="{C16D6CE4-F095-406A-1442-6FD1365F954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5" name="Grupo 14">
                <a:extLst>
                  <a:ext uri="{FF2B5EF4-FFF2-40B4-BE49-F238E27FC236}">
                    <a16:creationId xmlns:a16="http://schemas.microsoft.com/office/drawing/2014/main" id="{FBAAD0F4-CF0D-A2B5-CEDC-FCD05E6F23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9" name="Conector Reto 18">
                  <a:extLst>
                    <a:ext uri="{FF2B5EF4-FFF2-40B4-BE49-F238E27FC236}">
                      <a16:creationId xmlns:a16="http://schemas.microsoft.com/office/drawing/2014/main" id="{0A1A01E3-2AD3-D15B-E37B-F5032E884A4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0" name="Conector Reto 19">
                  <a:extLst>
                    <a:ext uri="{FF2B5EF4-FFF2-40B4-BE49-F238E27FC236}">
                      <a16:creationId xmlns:a16="http://schemas.microsoft.com/office/drawing/2014/main" id="{D0ADD38D-9177-6C58-067E-1E21EEAB94F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tângulo 30">
                  <a:extLst>
                    <a:ext uri="{FF2B5EF4-FFF2-40B4-BE49-F238E27FC236}">
                      <a16:creationId xmlns:a16="http://schemas.microsoft.com/office/drawing/2014/main" id="{EB8F1B62-550F-B51C-69FC-81E948A34F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tângulo 30">
                  <a:extLst>
                    <a:ext uri="{FF2B5EF4-FFF2-40B4-BE49-F238E27FC236}">
                      <a16:creationId xmlns:a16="http://schemas.microsoft.com/office/drawing/2014/main" id="{7A612400-ADC0-6809-446C-B5AD866099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6" name="Grupo 15">
                <a:extLst>
                  <a:ext uri="{FF2B5EF4-FFF2-40B4-BE49-F238E27FC236}">
                    <a16:creationId xmlns:a16="http://schemas.microsoft.com/office/drawing/2014/main" id="{C61B21E2-75BD-D26C-95EE-09A258581FB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 name="Forma livre: Forma 57">
                  <a:extLst>
                    <a:ext uri="{FF2B5EF4-FFF2-40B4-BE49-F238E27FC236}">
                      <a16:creationId xmlns:a16="http://schemas.microsoft.com/office/drawing/2014/main" id="{96005870-6C93-FADC-7E57-D8A29CB34E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8" name="Forma livre: Forma 58">
                  <a:extLst>
                    <a:ext uri="{FF2B5EF4-FFF2-40B4-BE49-F238E27FC236}">
                      <a16:creationId xmlns:a16="http://schemas.microsoft.com/office/drawing/2014/main" id="{0FE943D4-7F5A-083B-7DF6-C1B5147455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6" name="Grupo 5">
              <a:extLst>
                <a:ext uri="{FF2B5EF4-FFF2-40B4-BE49-F238E27FC236}">
                  <a16:creationId xmlns:a16="http://schemas.microsoft.com/office/drawing/2014/main" id="{9D8B18FA-C5CD-1548-550F-1D0F8A74BFD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1" name="Grupo 10">
                <a:extLst>
                  <a:ext uri="{FF2B5EF4-FFF2-40B4-BE49-F238E27FC236}">
                    <a16:creationId xmlns:a16="http://schemas.microsoft.com/office/drawing/2014/main" id="{4F43D566-3BD1-516B-DAF6-59EDC289E6E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 name="Forma Livre 68">
                  <a:extLst>
                    <a:ext uri="{FF2B5EF4-FFF2-40B4-BE49-F238E27FC236}">
                      <a16:creationId xmlns:a16="http://schemas.microsoft.com/office/drawing/2014/main" id="{FF3BDD4A-C0E9-236A-D0DA-3DD18AD4B9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vre 69">
                  <a:extLst>
                    <a:ext uri="{FF2B5EF4-FFF2-40B4-BE49-F238E27FC236}">
                      <a16:creationId xmlns:a16="http://schemas.microsoft.com/office/drawing/2014/main" id="{15983555-99D1-FB5C-AA8D-3482A036A7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2" name="Linha 70">
                <a:extLst>
                  <a:ext uri="{FF2B5EF4-FFF2-40B4-BE49-F238E27FC236}">
                    <a16:creationId xmlns:a16="http://schemas.microsoft.com/office/drawing/2014/main" id="{3BABCDF6-7EA7-0043-1867-95C2C61C2C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23" name="Grupo 22">
            <a:extLst>
              <a:ext uri="{FF2B5EF4-FFF2-40B4-BE49-F238E27FC236}">
                <a16:creationId xmlns:a16="http://schemas.microsoft.com/office/drawing/2014/main" id="{4FAE8475-9CD1-A5A6-7B37-BA0543C773A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24" name="Grupo 23">
              <a:extLst>
                <a:ext uri="{FF2B5EF4-FFF2-40B4-BE49-F238E27FC236}">
                  <a16:creationId xmlns:a16="http://schemas.microsoft.com/office/drawing/2014/main" id="{5F85E075-EFEF-DB01-79F8-CE47BA237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upo 29">
                <a:extLst>
                  <a:ext uri="{FF2B5EF4-FFF2-40B4-BE49-F238E27FC236}">
                    <a16:creationId xmlns:a16="http://schemas.microsoft.com/office/drawing/2014/main" id="{D244C005-91E5-2830-E3C2-F3AF64ACDF4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Conector Reto 33">
                  <a:extLst>
                    <a:ext uri="{FF2B5EF4-FFF2-40B4-BE49-F238E27FC236}">
                      <a16:creationId xmlns:a16="http://schemas.microsoft.com/office/drawing/2014/main" id="{95826CAF-2424-BBC7-9B33-EC5B461EDC4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Conector Reto 34">
                  <a:extLst>
                    <a:ext uri="{FF2B5EF4-FFF2-40B4-BE49-F238E27FC236}">
                      <a16:creationId xmlns:a16="http://schemas.microsoft.com/office/drawing/2014/main" id="{1FB673AF-3406-62F8-01B6-D13C2C154F9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tângulo 30">
                  <a:extLst>
                    <a:ext uri="{FF2B5EF4-FFF2-40B4-BE49-F238E27FC236}">
                      <a16:creationId xmlns:a16="http://schemas.microsoft.com/office/drawing/2014/main" id="{3A8A4769-F13B-B9E5-F0B7-6C66A2A8AE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Retângulo 30">
                  <a:extLst>
                    <a:ext uri="{FF2B5EF4-FFF2-40B4-BE49-F238E27FC236}">
                      <a16:creationId xmlns:a16="http://schemas.microsoft.com/office/drawing/2014/main" id="{066980A8-9458-8952-BFE2-0CA9025152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31" name="Grupo 30">
                <a:extLst>
                  <a:ext uri="{FF2B5EF4-FFF2-40B4-BE49-F238E27FC236}">
                    <a16:creationId xmlns:a16="http://schemas.microsoft.com/office/drawing/2014/main" id="{D675F397-B71A-F8D0-43A5-9680958DF9B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orma Livre: Forma 141">
                  <a:extLst>
                    <a:ext uri="{FF2B5EF4-FFF2-40B4-BE49-F238E27FC236}">
                      <a16:creationId xmlns:a16="http://schemas.microsoft.com/office/drawing/2014/main" id="{233B4ED6-F818-4A7D-5ED1-B10E5B9128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3" name="Forma livre: Forma 142">
                  <a:extLst>
                    <a:ext uri="{FF2B5EF4-FFF2-40B4-BE49-F238E27FC236}">
                      <a16:creationId xmlns:a16="http://schemas.microsoft.com/office/drawing/2014/main" id="{19E5F65D-D7A2-4BA4-C932-1B6DD27318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25" name="Grupo 24">
              <a:extLst>
                <a:ext uri="{FF2B5EF4-FFF2-40B4-BE49-F238E27FC236}">
                  <a16:creationId xmlns:a16="http://schemas.microsoft.com/office/drawing/2014/main" id="{CAD60620-209D-13DA-D9FE-1C7FC661C5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upo 25">
                <a:extLst>
                  <a:ext uri="{FF2B5EF4-FFF2-40B4-BE49-F238E27FC236}">
                    <a16:creationId xmlns:a16="http://schemas.microsoft.com/office/drawing/2014/main" id="{99FEA087-B42B-D815-C29B-6BEDA9E77D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orma Livre 68">
                  <a:extLst>
                    <a:ext uri="{FF2B5EF4-FFF2-40B4-BE49-F238E27FC236}">
                      <a16:creationId xmlns:a16="http://schemas.microsoft.com/office/drawing/2014/main" id="{A77014E6-51C1-2C73-B870-288C766EF70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9" name="Forma Livre 69">
                  <a:extLst>
                    <a:ext uri="{FF2B5EF4-FFF2-40B4-BE49-F238E27FC236}">
                      <a16:creationId xmlns:a16="http://schemas.microsoft.com/office/drawing/2014/main" id="{189DD9F1-DFB3-1EF9-4408-0034D2B024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27" name="Linha 70">
                <a:extLst>
                  <a:ext uri="{FF2B5EF4-FFF2-40B4-BE49-F238E27FC236}">
                    <a16:creationId xmlns:a16="http://schemas.microsoft.com/office/drawing/2014/main" id="{EA742EE9-8312-EB82-AAC5-3B0F243749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cxnSp>
        <p:nvCxnSpPr>
          <p:cNvPr id="38" name="Conector Reto 37">
            <a:extLst>
              <a:ext uri="{FF2B5EF4-FFF2-40B4-BE49-F238E27FC236}">
                <a16:creationId xmlns:a16="http://schemas.microsoft.com/office/drawing/2014/main" id="{FB219DE4-6BF2-E087-8005-576DB6947EE6}"/>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1930820"/>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612648" y="2103120"/>
            <a:ext cx="8650224" cy="4233672"/>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8650224" cy="1133856"/>
          </a:xfrm>
        </p:spPr>
        <p:txBody>
          <a:bodyPr rtlCol="0"/>
          <a:lstStyle/>
          <a:p>
            <a:pPr rtl="0"/>
            <a:r>
              <a:rPr lang="pt-br"/>
              <a:t>Clique para editar o estilo de título Mestre</a:t>
            </a:r>
            <a:endParaRPr lang="en-US"/>
          </a:p>
        </p:txBody>
      </p:sp>
    </p:spTree>
    <p:extLst>
      <p:ext uri="{BB962C8B-B14F-4D97-AF65-F5344CB8AC3E}">
        <p14:creationId xmlns:p14="http://schemas.microsoft.com/office/powerpoint/2010/main" val="474758864"/>
      </p:ext>
    </p:extLst>
  </p:cSld>
  <p:clrMapOvr>
    <a:masterClrMapping/>
  </p:clrMapOvr>
</p:sldLayout>
</file>

<file path=ppt/slideLayouts/slideLayout_80000042_17237103.xml><?xml version="1.0" encoding="utf-8"?>
<p:sldLayout xmlns:a="http://schemas.openxmlformats.org/drawingml/2006/main" xmlns:r="http://schemas.openxmlformats.org/officeDocument/2006/relationships" xmlns:p="http://schemas.openxmlformats.org/presentationml/2006/main" type="title" preserve="1">
  <p:cSld name="Centralizado">
    <p:spTree>
      <p:nvGrpSpPr>
        <p:cNvPr id="1" name=""/>
        <p:cNvGrpSpPr/>
        <p:nvPr/>
      </p:nvGrpSpPr>
      <p:grpSpPr>
        <a:xfrm>
          <a:off x="0" y="0"/>
          <a:ext cx="0" cy="0"/>
          <a:chOff x="0" y="0"/>
          <a:chExt cx="0" cy="0"/>
        </a:xfrm>
      </p:grpSpPr>
      <p:grpSp>
        <p:nvGrpSpPr>
          <p:cNvPr id="15" name="Grupo 14">
            <a:extLst>
              <a:ext uri="{FF2B5EF4-FFF2-40B4-BE49-F238E27FC236}">
                <a16:creationId xmlns:a16="http://schemas.microsoft.com/office/drawing/2014/main" id="{A8BCFE83-6144-BD2C-1B20-D074F93D6C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16" name="Grupo 15">
              <a:extLst>
                <a:ext uri="{FF2B5EF4-FFF2-40B4-BE49-F238E27FC236}">
                  <a16:creationId xmlns:a16="http://schemas.microsoft.com/office/drawing/2014/main" id="{46297C80-08D2-7534-D898-8FBA6B18DE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35" name="Forma Livre 64">
                <a:extLst>
                  <a:ext uri="{FF2B5EF4-FFF2-40B4-BE49-F238E27FC236}">
                    <a16:creationId xmlns:a16="http://schemas.microsoft.com/office/drawing/2014/main" id="{DED0A31E-6F35-6F82-466D-5FFB48D3B5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vre 81">
                <a:extLst>
                  <a:ext uri="{FF2B5EF4-FFF2-40B4-BE49-F238E27FC236}">
                    <a16:creationId xmlns:a16="http://schemas.microsoft.com/office/drawing/2014/main" id="{5721C69B-402D-77BB-459E-C388706A8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vre 61">
                <a:extLst>
                  <a:ext uri="{FF2B5EF4-FFF2-40B4-BE49-F238E27FC236}">
                    <a16:creationId xmlns:a16="http://schemas.microsoft.com/office/drawing/2014/main" id="{46123CD8-703C-D818-C1C5-2AFD82F57D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vre 78">
                <a:extLst>
                  <a:ext uri="{FF2B5EF4-FFF2-40B4-BE49-F238E27FC236}">
                    <a16:creationId xmlns:a16="http://schemas.microsoft.com/office/drawing/2014/main" id="{51488C42-DC29-51E4-FC92-873CFDE978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vre 84">
                <a:extLst>
                  <a:ext uri="{FF2B5EF4-FFF2-40B4-BE49-F238E27FC236}">
                    <a16:creationId xmlns:a16="http://schemas.microsoft.com/office/drawing/2014/main" id="{20F59783-932C-5FB8-A67A-ABE5494EF8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vre 87">
                <a:extLst>
                  <a:ext uri="{FF2B5EF4-FFF2-40B4-BE49-F238E27FC236}">
                    <a16:creationId xmlns:a16="http://schemas.microsoft.com/office/drawing/2014/main" id="{BC02CD52-3FE1-6CD1-6ADC-F20D985854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vre 60">
                <a:extLst>
                  <a:ext uri="{FF2B5EF4-FFF2-40B4-BE49-F238E27FC236}">
                    <a16:creationId xmlns:a16="http://schemas.microsoft.com/office/drawing/2014/main" id="{04867A6D-D4B1-078B-C3C4-CFC28555A3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2" name="Forma Livre 59">
                <a:extLst>
                  <a:ext uri="{FF2B5EF4-FFF2-40B4-BE49-F238E27FC236}">
                    <a16:creationId xmlns:a16="http://schemas.microsoft.com/office/drawing/2014/main" id="{2006361D-A164-3F2D-E017-D8095EDA5D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3" name="Forma Livre 62">
                <a:extLst>
                  <a:ext uri="{FF2B5EF4-FFF2-40B4-BE49-F238E27FC236}">
                    <a16:creationId xmlns:a16="http://schemas.microsoft.com/office/drawing/2014/main" id="{CF0A4E4C-E3A6-37C3-2E29-A474166D33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4" name="Forma Livre 65">
                <a:extLst>
                  <a:ext uri="{FF2B5EF4-FFF2-40B4-BE49-F238E27FC236}">
                    <a16:creationId xmlns:a16="http://schemas.microsoft.com/office/drawing/2014/main" id="{4A7B1D8B-1C84-CC07-3928-30427C0674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5" name="Forma Livre 79">
                <a:extLst>
                  <a:ext uri="{FF2B5EF4-FFF2-40B4-BE49-F238E27FC236}">
                    <a16:creationId xmlns:a16="http://schemas.microsoft.com/office/drawing/2014/main" id="{D8B35573-1BA1-A646-2BF3-4066AF1957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6" name="Forma Livre 82">
                <a:extLst>
                  <a:ext uri="{FF2B5EF4-FFF2-40B4-BE49-F238E27FC236}">
                    <a16:creationId xmlns:a16="http://schemas.microsoft.com/office/drawing/2014/main" id="{921A3026-7FC6-C2BB-CB7B-7591D149339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7" name="Forma Livre 85">
                <a:extLst>
                  <a:ext uri="{FF2B5EF4-FFF2-40B4-BE49-F238E27FC236}">
                    <a16:creationId xmlns:a16="http://schemas.microsoft.com/office/drawing/2014/main" id="{45A4405E-56B6-DD40-233F-EEF3A3128E1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8" name="Forma Livre 88">
                <a:extLst>
                  <a:ext uri="{FF2B5EF4-FFF2-40B4-BE49-F238E27FC236}">
                    <a16:creationId xmlns:a16="http://schemas.microsoft.com/office/drawing/2014/main" id="{6DA66F78-B5D3-C927-A1F8-45627E04D7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9" name="Grupo 48">
                <a:extLst>
                  <a:ext uri="{FF2B5EF4-FFF2-40B4-BE49-F238E27FC236}">
                    <a16:creationId xmlns:a16="http://schemas.microsoft.com/office/drawing/2014/main" id="{76CCBA7C-E8C2-7E22-09B2-DB907F1470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0" name="Linha 63">
                  <a:extLst>
                    <a:ext uri="{FF2B5EF4-FFF2-40B4-BE49-F238E27FC236}">
                      <a16:creationId xmlns:a16="http://schemas.microsoft.com/office/drawing/2014/main" id="{682345F4-3669-1A40-DF92-48A6BD743F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1" name="Linha 66">
                  <a:extLst>
                    <a:ext uri="{FF2B5EF4-FFF2-40B4-BE49-F238E27FC236}">
                      <a16:creationId xmlns:a16="http://schemas.microsoft.com/office/drawing/2014/main" id="{292FB825-AF7D-C5E3-C911-4308D2222D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2" name="Linha 67">
                  <a:extLst>
                    <a:ext uri="{FF2B5EF4-FFF2-40B4-BE49-F238E27FC236}">
                      <a16:creationId xmlns:a16="http://schemas.microsoft.com/office/drawing/2014/main" id="{7D7D9A07-E2FB-F1CC-99DC-DA17A447FB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3" name="Linha 80">
                  <a:extLst>
                    <a:ext uri="{FF2B5EF4-FFF2-40B4-BE49-F238E27FC236}">
                      <a16:creationId xmlns:a16="http://schemas.microsoft.com/office/drawing/2014/main" id="{EF5E7F7F-335E-C0D2-4B72-02CC4B764B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4" name="Linha 83">
                  <a:extLst>
                    <a:ext uri="{FF2B5EF4-FFF2-40B4-BE49-F238E27FC236}">
                      <a16:creationId xmlns:a16="http://schemas.microsoft.com/office/drawing/2014/main" id="{CCA25FCB-B10D-76B6-2515-4B25B33CAD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5" name="Linha 86">
                  <a:extLst>
                    <a:ext uri="{FF2B5EF4-FFF2-40B4-BE49-F238E27FC236}">
                      <a16:creationId xmlns:a16="http://schemas.microsoft.com/office/drawing/2014/main" id="{80D71081-28A3-EEE1-7E3C-933213AD3A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6" name="Linha 89">
                  <a:extLst>
                    <a:ext uri="{FF2B5EF4-FFF2-40B4-BE49-F238E27FC236}">
                      <a16:creationId xmlns:a16="http://schemas.microsoft.com/office/drawing/2014/main" id="{3F7E9896-FB76-81E0-F7ED-C58EF3B00C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7" name="Grupo 16">
              <a:extLst>
                <a:ext uri="{FF2B5EF4-FFF2-40B4-BE49-F238E27FC236}">
                  <a16:creationId xmlns:a16="http://schemas.microsoft.com/office/drawing/2014/main" id="{97163910-06A8-6790-F73E-FBC7436411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27" name="Grupo 26">
                <a:extLst>
                  <a:ext uri="{FF2B5EF4-FFF2-40B4-BE49-F238E27FC236}">
                    <a16:creationId xmlns:a16="http://schemas.microsoft.com/office/drawing/2014/main" id="{3A9B3D50-B051-7D54-2C76-5DC9DD24AC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1" name="Conector Reto 30">
                  <a:extLst>
                    <a:ext uri="{FF2B5EF4-FFF2-40B4-BE49-F238E27FC236}">
                      <a16:creationId xmlns:a16="http://schemas.microsoft.com/office/drawing/2014/main" id="{94DA1685-7407-08D3-6454-5B827F1FC63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2" name="Conector Reto 31">
                  <a:extLst>
                    <a:ext uri="{FF2B5EF4-FFF2-40B4-BE49-F238E27FC236}">
                      <a16:creationId xmlns:a16="http://schemas.microsoft.com/office/drawing/2014/main" id="{F0B119E7-2798-4573-F320-2E0EC5A9D7E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3" name="Retângulo 30">
                  <a:extLst>
                    <a:ext uri="{FF2B5EF4-FFF2-40B4-BE49-F238E27FC236}">
                      <a16:creationId xmlns:a16="http://schemas.microsoft.com/office/drawing/2014/main" id="{62C4FA8F-FC29-449B-9810-A7DC110701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4" name="Retângulo 30">
                  <a:extLst>
                    <a:ext uri="{FF2B5EF4-FFF2-40B4-BE49-F238E27FC236}">
                      <a16:creationId xmlns:a16="http://schemas.microsoft.com/office/drawing/2014/main" id="{95BED297-004F-E195-E342-4355D2908F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8" name="Grupo 27">
                <a:extLst>
                  <a:ext uri="{FF2B5EF4-FFF2-40B4-BE49-F238E27FC236}">
                    <a16:creationId xmlns:a16="http://schemas.microsoft.com/office/drawing/2014/main" id="{E1F03F2B-C208-95C3-2586-9A5A328E619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9" name="Forma livre: Forma 31">
                  <a:extLst>
                    <a:ext uri="{FF2B5EF4-FFF2-40B4-BE49-F238E27FC236}">
                      <a16:creationId xmlns:a16="http://schemas.microsoft.com/office/drawing/2014/main" id="{F49F6DC2-1E94-9C54-78FC-0596886B2C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0" name="Forma livre: Forma 32">
                  <a:extLst>
                    <a:ext uri="{FF2B5EF4-FFF2-40B4-BE49-F238E27FC236}">
                      <a16:creationId xmlns:a16="http://schemas.microsoft.com/office/drawing/2014/main" id="{BA23CDFD-B61A-74B0-E9C1-8AC8672BA8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8" name="Grupo 17">
              <a:extLst>
                <a:ext uri="{FF2B5EF4-FFF2-40B4-BE49-F238E27FC236}">
                  <a16:creationId xmlns:a16="http://schemas.microsoft.com/office/drawing/2014/main" id="{6F81BFB2-0B05-F048-7536-48B04E0241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9" name="Grupo 18">
                <a:extLst>
                  <a:ext uri="{FF2B5EF4-FFF2-40B4-BE49-F238E27FC236}">
                    <a16:creationId xmlns:a16="http://schemas.microsoft.com/office/drawing/2014/main" id="{0EB3E44F-1D1B-EDF8-82E6-85B033DB63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24" name="Forma Livre 68">
                  <a:extLst>
                    <a:ext uri="{FF2B5EF4-FFF2-40B4-BE49-F238E27FC236}">
                      <a16:creationId xmlns:a16="http://schemas.microsoft.com/office/drawing/2014/main" id="{B3E4615A-112E-95DA-42E3-10AC92C68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5" name="Forma Livre 69">
                  <a:extLst>
                    <a:ext uri="{FF2B5EF4-FFF2-40B4-BE49-F238E27FC236}">
                      <a16:creationId xmlns:a16="http://schemas.microsoft.com/office/drawing/2014/main" id="{75F7769B-2EDE-390F-7A1F-AFD0F18571C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6" name="Linha 70">
                  <a:extLst>
                    <a:ext uri="{FF2B5EF4-FFF2-40B4-BE49-F238E27FC236}">
                      <a16:creationId xmlns:a16="http://schemas.microsoft.com/office/drawing/2014/main" id="{86042CE9-3593-5117-9EF7-FFFAA0A60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20" name="Grupo 19">
                <a:extLst>
                  <a:ext uri="{FF2B5EF4-FFF2-40B4-BE49-F238E27FC236}">
                    <a16:creationId xmlns:a16="http://schemas.microsoft.com/office/drawing/2014/main" id="{7AD44DFF-AC2E-F1E7-3DD3-D94B5DEAA4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1" name="Forma Livre 68">
                  <a:extLst>
                    <a:ext uri="{FF2B5EF4-FFF2-40B4-BE49-F238E27FC236}">
                      <a16:creationId xmlns:a16="http://schemas.microsoft.com/office/drawing/2014/main" id="{C27A3695-C189-57A2-727E-EBF6E8F852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2" name="Forma Livre 69">
                  <a:extLst>
                    <a:ext uri="{FF2B5EF4-FFF2-40B4-BE49-F238E27FC236}">
                      <a16:creationId xmlns:a16="http://schemas.microsoft.com/office/drawing/2014/main" id="{F597083A-E04B-36C9-E898-CA628CA73D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3" name="Linha 70">
                  <a:extLst>
                    <a:ext uri="{FF2B5EF4-FFF2-40B4-BE49-F238E27FC236}">
                      <a16:creationId xmlns:a16="http://schemas.microsoft.com/office/drawing/2014/main" id="{EFFEA2D7-2277-C98D-A11B-FE233841D4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grpSp>
        <p:nvGrpSpPr>
          <p:cNvPr id="57" name="Grupo 56">
            <a:extLst>
              <a:ext uri="{FF2B5EF4-FFF2-40B4-BE49-F238E27FC236}">
                <a16:creationId xmlns:a16="http://schemas.microsoft.com/office/drawing/2014/main" id="{41A995CD-27E0-6E06-6C12-788399440D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8" name="Grupo 57">
              <a:extLst>
                <a:ext uri="{FF2B5EF4-FFF2-40B4-BE49-F238E27FC236}">
                  <a16:creationId xmlns:a16="http://schemas.microsoft.com/office/drawing/2014/main" id="{13C4A71B-04BD-6A63-9B61-893FB57EA3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77" name="Forma Livre 64">
                <a:extLst>
                  <a:ext uri="{FF2B5EF4-FFF2-40B4-BE49-F238E27FC236}">
                    <a16:creationId xmlns:a16="http://schemas.microsoft.com/office/drawing/2014/main" id="{D7CA4653-B1F8-5695-F946-49BFF9E1BC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8" name="Forma Livre 81">
                <a:extLst>
                  <a:ext uri="{FF2B5EF4-FFF2-40B4-BE49-F238E27FC236}">
                    <a16:creationId xmlns:a16="http://schemas.microsoft.com/office/drawing/2014/main" id="{A7A160C8-4AF0-8E16-B300-313E4D48536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9" name="Forma Livre 61">
                <a:extLst>
                  <a:ext uri="{FF2B5EF4-FFF2-40B4-BE49-F238E27FC236}">
                    <a16:creationId xmlns:a16="http://schemas.microsoft.com/office/drawing/2014/main" id="{8E240579-344F-5B7C-5F04-635501C111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0" name="Forma Livre 78">
                <a:extLst>
                  <a:ext uri="{FF2B5EF4-FFF2-40B4-BE49-F238E27FC236}">
                    <a16:creationId xmlns:a16="http://schemas.microsoft.com/office/drawing/2014/main" id="{C570D51B-34D9-1E2D-9998-5624DED04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1" name="Forma Livre 84">
                <a:extLst>
                  <a:ext uri="{FF2B5EF4-FFF2-40B4-BE49-F238E27FC236}">
                    <a16:creationId xmlns:a16="http://schemas.microsoft.com/office/drawing/2014/main" id="{497E3DE2-93EE-F45D-5143-2190644377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2" name="Forma Livre 87">
                <a:extLst>
                  <a:ext uri="{FF2B5EF4-FFF2-40B4-BE49-F238E27FC236}">
                    <a16:creationId xmlns:a16="http://schemas.microsoft.com/office/drawing/2014/main" id="{B05F431B-1A77-17AC-E371-EEA377F4708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3" name="Forma Livre 60">
                <a:extLst>
                  <a:ext uri="{FF2B5EF4-FFF2-40B4-BE49-F238E27FC236}">
                    <a16:creationId xmlns:a16="http://schemas.microsoft.com/office/drawing/2014/main" id="{631762C3-DDDB-B8E7-43F2-E1A6210A6D8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4" name="Forma Livre 59">
                <a:extLst>
                  <a:ext uri="{FF2B5EF4-FFF2-40B4-BE49-F238E27FC236}">
                    <a16:creationId xmlns:a16="http://schemas.microsoft.com/office/drawing/2014/main" id="{C9FB36E7-412F-0117-C8FE-5D40F5331B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5" name="Forma Livre 62">
                <a:extLst>
                  <a:ext uri="{FF2B5EF4-FFF2-40B4-BE49-F238E27FC236}">
                    <a16:creationId xmlns:a16="http://schemas.microsoft.com/office/drawing/2014/main" id="{2B6DEFFA-A04C-2B96-1471-3ADCA3336E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6" name="Forma Livre 65">
                <a:extLst>
                  <a:ext uri="{FF2B5EF4-FFF2-40B4-BE49-F238E27FC236}">
                    <a16:creationId xmlns:a16="http://schemas.microsoft.com/office/drawing/2014/main" id="{278F6762-48C0-CF1C-B6EC-5DF68BD28B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7" name="Forma Livre 79">
                <a:extLst>
                  <a:ext uri="{FF2B5EF4-FFF2-40B4-BE49-F238E27FC236}">
                    <a16:creationId xmlns:a16="http://schemas.microsoft.com/office/drawing/2014/main" id="{47A9FBB6-821F-1B31-A561-5756851580C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8" name="Forma Livre 82">
                <a:extLst>
                  <a:ext uri="{FF2B5EF4-FFF2-40B4-BE49-F238E27FC236}">
                    <a16:creationId xmlns:a16="http://schemas.microsoft.com/office/drawing/2014/main" id="{3E77E0BF-E53C-F949-B171-90275BEC79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9" name="Forma Livre 85">
                <a:extLst>
                  <a:ext uri="{FF2B5EF4-FFF2-40B4-BE49-F238E27FC236}">
                    <a16:creationId xmlns:a16="http://schemas.microsoft.com/office/drawing/2014/main" id="{49803324-AB6B-8707-F09F-A28B7886F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90" name="Forma Livre 88">
                <a:extLst>
                  <a:ext uri="{FF2B5EF4-FFF2-40B4-BE49-F238E27FC236}">
                    <a16:creationId xmlns:a16="http://schemas.microsoft.com/office/drawing/2014/main" id="{A9C8C2A6-C4CF-1A30-168F-9542F9EA85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91" name="Grupo 90">
                <a:extLst>
                  <a:ext uri="{FF2B5EF4-FFF2-40B4-BE49-F238E27FC236}">
                    <a16:creationId xmlns:a16="http://schemas.microsoft.com/office/drawing/2014/main" id="{DCD77573-D70E-9174-BF73-04E7FD6F99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92" name="Linha 63">
                  <a:extLst>
                    <a:ext uri="{FF2B5EF4-FFF2-40B4-BE49-F238E27FC236}">
                      <a16:creationId xmlns:a16="http://schemas.microsoft.com/office/drawing/2014/main" id="{E4EB57D2-F2A6-6124-D712-11FF3F194A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3" name="Linha 66">
                  <a:extLst>
                    <a:ext uri="{FF2B5EF4-FFF2-40B4-BE49-F238E27FC236}">
                      <a16:creationId xmlns:a16="http://schemas.microsoft.com/office/drawing/2014/main" id="{660C1BE5-CBD8-9507-95CB-BEDE9B4983D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4" name="Linha 67">
                  <a:extLst>
                    <a:ext uri="{FF2B5EF4-FFF2-40B4-BE49-F238E27FC236}">
                      <a16:creationId xmlns:a16="http://schemas.microsoft.com/office/drawing/2014/main" id="{33BB2861-1933-1ACC-2072-B53D7EACFD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5" name="Linha 80">
                  <a:extLst>
                    <a:ext uri="{FF2B5EF4-FFF2-40B4-BE49-F238E27FC236}">
                      <a16:creationId xmlns:a16="http://schemas.microsoft.com/office/drawing/2014/main" id="{9D3F18B8-592E-9FBA-27DD-6245191309B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6" name="Linha 83">
                  <a:extLst>
                    <a:ext uri="{FF2B5EF4-FFF2-40B4-BE49-F238E27FC236}">
                      <a16:creationId xmlns:a16="http://schemas.microsoft.com/office/drawing/2014/main" id="{723BE47A-63E6-DB08-B479-CE5261920F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7" name="Linha 86">
                  <a:extLst>
                    <a:ext uri="{FF2B5EF4-FFF2-40B4-BE49-F238E27FC236}">
                      <a16:creationId xmlns:a16="http://schemas.microsoft.com/office/drawing/2014/main" id="{8D708A68-F4FF-EDC2-2377-86B62AD09D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8" name="Linha 89">
                  <a:extLst>
                    <a:ext uri="{FF2B5EF4-FFF2-40B4-BE49-F238E27FC236}">
                      <a16:creationId xmlns:a16="http://schemas.microsoft.com/office/drawing/2014/main" id="{6748BEC4-A831-38CB-D654-623CAF325D9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59" name="Grupo 58">
              <a:extLst>
                <a:ext uri="{FF2B5EF4-FFF2-40B4-BE49-F238E27FC236}">
                  <a16:creationId xmlns:a16="http://schemas.microsoft.com/office/drawing/2014/main" id="{4C6C953C-A360-1817-3519-97476B699E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9" name="Grupo 68">
                <a:extLst>
                  <a:ext uri="{FF2B5EF4-FFF2-40B4-BE49-F238E27FC236}">
                    <a16:creationId xmlns:a16="http://schemas.microsoft.com/office/drawing/2014/main" id="{22C44E29-B1BD-0292-FE7B-7516DC5ACF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73" name="Conector Reto 72">
                  <a:extLst>
                    <a:ext uri="{FF2B5EF4-FFF2-40B4-BE49-F238E27FC236}">
                      <a16:creationId xmlns:a16="http://schemas.microsoft.com/office/drawing/2014/main" id="{D6EED04B-A801-B3E0-B796-3EB2EA58236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4" name="Conector Reto 73">
                  <a:extLst>
                    <a:ext uri="{FF2B5EF4-FFF2-40B4-BE49-F238E27FC236}">
                      <a16:creationId xmlns:a16="http://schemas.microsoft.com/office/drawing/2014/main" id="{87979D94-1926-7FEB-5CC6-702EF9E2633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5" name="Retângulo 30">
                  <a:extLst>
                    <a:ext uri="{FF2B5EF4-FFF2-40B4-BE49-F238E27FC236}">
                      <a16:creationId xmlns:a16="http://schemas.microsoft.com/office/drawing/2014/main" id="{9AA75A7A-E53A-0233-C98B-C04D2953DB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6" name="Retângulo 30">
                  <a:extLst>
                    <a:ext uri="{FF2B5EF4-FFF2-40B4-BE49-F238E27FC236}">
                      <a16:creationId xmlns:a16="http://schemas.microsoft.com/office/drawing/2014/main" id="{7E8C7B03-4A56-EF25-AA5B-9994482C9F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70" name="Grupo 69">
                <a:extLst>
                  <a:ext uri="{FF2B5EF4-FFF2-40B4-BE49-F238E27FC236}">
                    <a16:creationId xmlns:a16="http://schemas.microsoft.com/office/drawing/2014/main" id="{BE090634-E4BC-8196-7877-D707CB45B04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71" name="Forma Livre: Forma 73">
                  <a:extLst>
                    <a:ext uri="{FF2B5EF4-FFF2-40B4-BE49-F238E27FC236}">
                      <a16:creationId xmlns:a16="http://schemas.microsoft.com/office/drawing/2014/main" id="{8F51C8B9-9479-01E0-F6B5-8C92ED3D79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72" name="Forma livre: Forma 74">
                  <a:extLst>
                    <a:ext uri="{FF2B5EF4-FFF2-40B4-BE49-F238E27FC236}">
                      <a16:creationId xmlns:a16="http://schemas.microsoft.com/office/drawing/2014/main" id="{1A8998AB-2533-6E70-617E-2AAC0F12EB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60" name="Grupo 59">
              <a:extLst>
                <a:ext uri="{FF2B5EF4-FFF2-40B4-BE49-F238E27FC236}">
                  <a16:creationId xmlns:a16="http://schemas.microsoft.com/office/drawing/2014/main" id="{A4198AA1-1930-0C1B-DF82-F4695CE3879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61" name="Grupo 60">
                <a:extLst>
                  <a:ext uri="{FF2B5EF4-FFF2-40B4-BE49-F238E27FC236}">
                    <a16:creationId xmlns:a16="http://schemas.microsoft.com/office/drawing/2014/main" id="{F474BF9F-B5D9-7696-2F66-3F25A40857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66" name="Forma Livre 65">
                  <a:extLst>
                    <a:ext uri="{FF2B5EF4-FFF2-40B4-BE49-F238E27FC236}">
                      <a16:creationId xmlns:a16="http://schemas.microsoft.com/office/drawing/2014/main" id="{88FA26F8-779F-A601-79F2-CC2D82BCFF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7" name="Forma Livre 66">
                  <a:extLst>
                    <a:ext uri="{FF2B5EF4-FFF2-40B4-BE49-F238E27FC236}">
                      <a16:creationId xmlns:a16="http://schemas.microsoft.com/office/drawing/2014/main" id="{EE241512-EA09-4E63-5B80-7AFB75DCAF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8" name="Linha 70">
                  <a:extLst>
                    <a:ext uri="{FF2B5EF4-FFF2-40B4-BE49-F238E27FC236}">
                      <a16:creationId xmlns:a16="http://schemas.microsoft.com/office/drawing/2014/main" id="{B83492D5-57A6-FBBB-CF50-1784C8D327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62" name="Grupo 61">
                <a:extLst>
                  <a:ext uri="{FF2B5EF4-FFF2-40B4-BE49-F238E27FC236}">
                    <a16:creationId xmlns:a16="http://schemas.microsoft.com/office/drawing/2014/main" id="{31639602-8447-EF67-4E2F-8F075BFE357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63" name="Forma Livre 68">
                  <a:extLst>
                    <a:ext uri="{FF2B5EF4-FFF2-40B4-BE49-F238E27FC236}">
                      <a16:creationId xmlns:a16="http://schemas.microsoft.com/office/drawing/2014/main" id="{7D4A2AA0-D6C8-91C5-4BA7-88C8C6BA4E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4" name="Forma Livre 69">
                  <a:extLst>
                    <a:ext uri="{FF2B5EF4-FFF2-40B4-BE49-F238E27FC236}">
                      <a16:creationId xmlns:a16="http://schemas.microsoft.com/office/drawing/2014/main" id="{80339B30-7EE8-F62F-9AA7-CDB8130004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5" name="Linha 70">
                  <a:extLst>
                    <a:ext uri="{FF2B5EF4-FFF2-40B4-BE49-F238E27FC236}">
                      <a16:creationId xmlns:a16="http://schemas.microsoft.com/office/drawing/2014/main" id="{26E866F8-D7C3-B9D9-2435-1B5FA19F49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99" name="Conector Reto 98">
            <a:extLst>
              <a:ext uri="{FF2B5EF4-FFF2-40B4-BE49-F238E27FC236}">
                <a16:creationId xmlns:a16="http://schemas.microsoft.com/office/drawing/2014/main" id="{FA12B7C8-641B-3498-17F8-7DD39AF98C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6000" y="4379976"/>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264664" y="4553712"/>
            <a:ext cx="7662672" cy="1636776"/>
          </a:xfrm>
        </p:spPr>
        <p:txBody>
          <a:bodyPr rtlCol="0" anchor="t"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2968752" y="1188720"/>
            <a:ext cx="6254496" cy="2999232"/>
          </a:xfrm>
        </p:spPr>
        <p:txBody>
          <a:bodyPr rtlCol="0" anchor="b" anchorCtr="0">
            <a:normAutofit/>
          </a:bodyPr>
          <a:lstStyle>
            <a:lvl1pPr algn="ctr">
              <a:defRPr sz="4000"/>
            </a:lvl1pPr>
          </a:lstStyle>
          <a:p>
            <a:pPr rtl="0"/>
            <a:r>
              <a:rPr lang="pt-br"/>
              <a:t>Clique para editar o estilo de título Mestre</a:t>
            </a:r>
            <a:endParaRPr lang="en-US"/>
          </a:p>
        </p:txBody>
      </p:sp>
    </p:spTree>
    <p:extLst>
      <p:ext uri="{BB962C8B-B14F-4D97-AF65-F5344CB8AC3E}">
        <p14:creationId xmlns:p14="http://schemas.microsoft.com/office/powerpoint/2010/main" val="3881986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43_D4A21222.xml><?xml version="1.0" encoding="utf-8"?>
<p:sldLayout xmlns:a="http://schemas.openxmlformats.org/drawingml/2006/main" xmlns:r="http://schemas.openxmlformats.org/officeDocument/2006/relationships" xmlns:p="http://schemas.openxmlformats.org/presentationml/2006/main" preserve="1">
  <p:cSld name="Dois Conteúdos com lista menor">
    <p:spTree>
      <p:nvGrpSpPr>
        <p:cNvPr id="1" name=""/>
        <p:cNvGrpSpPr/>
        <p:nvPr/>
      </p:nvGrpSpPr>
      <p:grpSpPr>
        <a:xfrm>
          <a:off x="0" y="0"/>
          <a:ext cx="0" cy="0"/>
          <a:chOff x="0" y="0"/>
          <a:chExt cx="0" cy="0"/>
        </a:xfrm>
      </p:grpSpPr>
      <p:cxnSp>
        <p:nvCxnSpPr>
          <p:cNvPr id="8" name="Conector Reto 7">
            <a:extLst>
              <a:ext uri="{FF2B5EF4-FFF2-40B4-BE49-F238E27FC236}">
                <a16:creationId xmlns:a16="http://schemas.microsoft.com/office/drawing/2014/main" id="{1DD89DC3-7755-6F68-B7F5-979FD6C744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2336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Espaço Reservado para Data 2">
            <a:extLst>
              <a:ext uri="{FF2B5EF4-FFF2-40B4-BE49-F238E27FC236}">
                <a16:creationId xmlns:a16="http://schemas.microsoft.com/office/drawing/2014/main" id="{9802CF08-CC52-E7E8-E565-6700958B4105}"/>
              </a:ext>
            </a:extLst>
          </p:cNvPr>
          <p:cNvSpPr>
            <a:spLocks noGrp="1"/>
          </p:cNvSpPr>
          <p:nvPr>
            <p:ph type="dt" sz="half" idx="15"/>
          </p:nvPr>
        </p:nvSpPr>
        <p:spPr/>
        <p:txBody>
          <a:bodyPr rtlCol="0"/>
          <a:lstStyle/>
          <a:p>
            <a:pPr rtl="0"/>
            <a:r>
              <a:rPr lang="pt-br"/>
              <a:t>20XX</a:t>
            </a:r>
            <a:endParaRPr lang="en-US"/>
          </a:p>
        </p:txBody>
      </p:sp>
      <p:sp>
        <p:nvSpPr>
          <p:cNvPr id="4" name="Espaço Reservado para Rodapé 3">
            <a:extLst>
              <a:ext uri="{FF2B5EF4-FFF2-40B4-BE49-F238E27FC236}">
                <a16:creationId xmlns:a16="http://schemas.microsoft.com/office/drawing/2014/main" id="{0823CA10-9755-BD67-C4D3-8A1BB620AEF2}"/>
              </a:ext>
            </a:extLst>
          </p:cNvPr>
          <p:cNvSpPr>
            <a:spLocks noGrp="1"/>
          </p:cNvSpPr>
          <p:nvPr>
            <p:ph type="ftr" sz="quarter" idx="16"/>
          </p:nvPr>
        </p:nvSpPr>
        <p:spPr/>
        <p:txBody>
          <a:bodyPr rtlCol="0"/>
          <a:lstStyle/>
          <a:p>
            <a:pPr rtl="0"/>
            <a:r>
              <a:rPr lang="pt-br"/>
              <a:t>Exemplo de Texto de Rodapé</a:t>
            </a:r>
            <a:endParaRPr lang="en-US"/>
          </a:p>
        </p:txBody>
      </p:sp>
      <p:sp>
        <p:nvSpPr>
          <p:cNvPr id="10" name="Espaço Reservado para o Número do Slide 9">
            <a:extLst>
              <a:ext uri="{FF2B5EF4-FFF2-40B4-BE49-F238E27FC236}">
                <a16:creationId xmlns:a16="http://schemas.microsoft.com/office/drawing/2014/main" id="{44A0A7C3-0501-E6B1-A79B-C8134B490F51}"/>
              </a:ext>
            </a:extLst>
          </p:cNvPr>
          <p:cNvSpPr>
            <a:spLocks noGrp="1"/>
          </p:cNvSpPr>
          <p:nvPr>
            <p:ph type="sldNum" sz="quarter" idx="17"/>
          </p:nvPr>
        </p:nvSpPr>
        <p:spPr/>
        <p:txBody>
          <a:bodyPr rtlCol="0"/>
          <a:lstStyle/>
          <a:p>
            <a:pPr rtl="0"/>
            <a:fld id="{CC057153-B650-4DEB-B370-79DDCFDCE934}" type="slidenum">
              <a:rPr lang="en-US" smtClean="0"/>
              <a:pPr/>
              <a:t/>
            </a:fld>
            <a:endParaRPr lang="en-US"/>
          </a:p>
        </p:txBody>
      </p:sp>
      <p:grpSp>
        <p:nvGrpSpPr>
          <p:cNvPr id="6" name="Grupo 5">
            <a:extLst>
              <a:ext uri="{FF2B5EF4-FFF2-40B4-BE49-F238E27FC236}">
                <a16:creationId xmlns:a16="http://schemas.microsoft.com/office/drawing/2014/main" id="{0B6EF528-594F-556A-CD60-606594B5EB5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7" name="Forma Livre 64">
              <a:extLst>
                <a:ext uri="{FF2B5EF4-FFF2-40B4-BE49-F238E27FC236}">
                  <a16:creationId xmlns:a16="http://schemas.microsoft.com/office/drawing/2014/main" id="{BDE594A0-C605-05DF-4E16-3CBCD551FC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Forma Livre 81">
              <a:extLst>
                <a:ext uri="{FF2B5EF4-FFF2-40B4-BE49-F238E27FC236}">
                  <a16:creationId xmlns:a16="http://schemas.microsoft.com/office/drawing/2014/main" id="{1562DBBC-D27A-04B4-3DE0-B4A3D18F6E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vre 61">
              <a:extLst>
                <a:ext uri="{FF2B5EF4-FFF2-40B4-BE49-F238E27FC236}">
                  <a16:creationId xmlns:a16="http://schemas.microsoft.com/office/drawing/2014/main" id="{19098940-07AF-53FE-A889-D52535C683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vre 13">
              <a:extLst>
                <a:ext uri="{FF2B5EF4-FFF2-40B4-BE49-F238E27FC236}">
                  <a16:creationId xmlns:a16="http://schemas.microsoft.com/office/drawing/2014/main" id="{6A5186D6-8D0A-8EED-0443-61432F58C4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vre 84">
              <a:extLst>
                <a:ext uri="{FF2B5EF4-FFF2-40B4-BE49-F238E27FC236}">
                  <a16:creationId xmlns:a16="http://schemas.microsoft.com/office/drawing/2014/main" id="{A8142045-90C6-3C06-C658-F556B7A23EC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vre 87">
              <a:extLst>
                <a:ext uri="{FF2B5EF4-FFF2-40B4-BE49-F238E27FC236}">
                  <a16:creationId xmlns:a16="http://schemas.microsoft.com/office/drawing/2014/main" id="{001077E0-C656-C968-C9E9-3FA9976D76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Forma Livre 60">
              <a:extLst>
                <a:ext uri="{FF2B5EF4-FFF2-40B4-BE49-F238E27FC236}">
                  <a16:creationId xmlns:a16="http://schemas.microsoft.com/office/drawing/2014/main" id="{37D03ED0-7FF4-4C75-B6D7-20D135AE43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 name="Forma Livre 59">
              <a:extLst>
                <a:ext uri="{FF2B5EF4-FFF2-40B4-BE49-F238E27FC236}">
                  <a16:creationId xmlns:a16="http://schemas.microsoft.com/office/drawing/2014/main" id="{3DEE59B3-D69B-65ED-AFF7-9948D8C3DA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 name="Forma Livre 62">
              <a:extLst>
                <a:ext uri="{FF2B5EF4-FFF2-40B4-BE49-F238E27FC236}">
                  <a16:creationId xmlns:a16="http://schemas.microsoft.com/office/drawing/2014/main" id="{7B7DEFBA-E50A-8C73-7554-73D969A8691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 name="Forma Livre 65">
              <a:extLst>
                <a:ext uri="{FF2B5EF4-FFF2-40B4-BE49-F238E27FC236}">
                  <a16:creationId xmlns:a16="http://schemas.microsoft.com/office/drawing/2014/main" id="{BFC587AB-20A9-702A-A70E-C4E28BD76E2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 name="Forma Livre 79">
              <a:extLst>
                <a:ext uri="{FF2B5EF4-FFF2-40B4-BE49-F238E27FC236}">
                  <a16:creationId xmlns:a16="http://schemas.microsoft.com/office/drawing/2014/main" id="{D986BC4B-F530-ADAD-ED09-0774DF8B1B7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2" name="Forma Livre 82">
              <a:extLst>
                <a:ext uri="{FF2B5EF4-FFF2-40B4-BE49-F238E27FC236}">
                  <a16:creationId xmlns:a16="http://schemas.microsoft.com/office/drawing/2014/main" id="{951F9DD8-AD36-C9D1-EF7A-BD668B0CEC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3" name="Forma Livre 85">
              <a:extLst>
                <a:ext uri="{FF2B5EF4-FFF2-40B4-BE49-F238E27FC236}">
                  <a16:creationId xmlns:a16="http://schemas.microsoft.com/office/drawing/2014/main" id="{4F08948B-FEE6-B607-4151-90BEE6EEC6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4" name="Forma Livre 23">
              <a:extLst>
                <a:ext uri="{FF2B5EF4-FFF2-40B4-BE49-F238E27FC236}">
                  <a16:creationId xmlns:a16="http://schemas.microsoft.com/office/drawing/2014/main" id="{3210488C-8EF3-8C1E-C938-F164A22E05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5" name="Grupo 24">
              <a:extLst>
                <a:ext uri="{FF2B5EF4-FFF2-40B4-BE49-F238E27FC236}">
                  <a16:creationId xmlns:a16="http://schemas.microsoft.com/office/drawing/2014/main" id="{8E955C9D-4C20-D5B8-4314-C3D862B849F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6" name="Linha 63">
                <a:extLst>
                  <a:ext uri="{FF2B5EF4-FFF2-40B4-BE49-F238E27FC236}">
                    <a16:creationId xmlns:a16="http://schemas.microsoft.com/office/drawing/2014/main" id="{ED94D0DA-6022-CBE8-F3BB-33C6014E92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7" name="Linha 66">
                <a:extLst>
                  <a:ext uri="{FF2B5EF4-FFF2-40B4-BE49-F238E27FC236}">
                    <a16:creationId xmlns:a16="http://schemas.microsoft.com/office/drawing/2014/main" id="{A929325D-F34D-6A1A-DE19-4840ACD4DF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8" name="Linha 67">
                <a:extLst>
                  <a:ext uri="{FF2B5EF4-FFF2-40B4-BE49-F238E27FC236}">
                    <a16:creationId xmlns:a16="http://schemas.microsoft.com/office/drawing/2014/main" id="{860F19A3-DF79-A7F2-0F4D-C3EA2B9F52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9" name="Linha 80">
                <a:extLst>
                  <a:ext uri="{FF2B5EF4-FFF2-40B4-BE49-F238E27FC236}">
                    <a16:creationId xmlns:a16="http://schemas.microsoft.com/office/drawing/2014/main" id="{F34406AE-507E-602D-0447-9BA9E9B968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0" name="Linha 83">
                <a:extLst>
                  <a:ext uri="{FF2B5EF4-FFF2-40B4-BE49-F238E27FC236}">
                    <a16:creationId xmlns:a16="http://schemas.microsoft.com/office/drawing/2014/main" id="{7324F077-0462-0854-1F7C-409BFBAC39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1" name="Linha 86">
                <a:extLst>
                  <a:ext uri="{FF2B5EF4-FFF2-40B4-BE49-F238E27FC236}">
                    <a16:creationId xmlns:a16="http://schemas.microsoft.com/office/drawing/2014/main" id="{EA974DE0-FE19-3CF6-0E4E-947F4E9285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2" name="Linha 89">
                <a:extLst>
                  <a:ext uri="{FF2B5EF4-FFF2-40B4-BE49-F238E27FC236}">
                    <a16:creationId xmlns:a16="http://schemas.microsoft.com/office/drawing/2014/main" id="{84EAAB2B-6EB6-BAE0-59C4-64704C7F20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33" name="Grupo 32">
            <a:extLst>
              <a:ext uri="{FF2B5EF4-FFF2-40B4-BE49-F238E27FC236}">
                <a16:creationId xmlns:a16="http://schemas.microsoft.com/office/drawing/2014/main" id="{9FDCF00D-740A-E550-4193-58FFEEB67D4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34" name="Forma Livre 64">
              <a:extLst>
                <a:ext uri="{FF2B5EF4-FFF2-40B4-BE49-F238E27FC236}">
                  <a16:creationId xmlns:a16="http://schemas.microsoft.com/office/drawing/2014/main" id="{1A11072A-99AE-301C-C062-31AAF2AD90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5" name="Forma Livre 81">
              <a:extLst>
                <a:ext uri="{FF2B5EF4-FFF2-40B4-BE49-F238E27FC236}">
                  <a16:creationId xmlns:a16="http://schemas.microsoft.com/office/drawing/2014/main" id="{5BE152B0-D24F-1EC7-D612-2505041057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vre 61">
              <a:extLst>
                <a:ext uri="{FF2B5EF4-FFF2-40B4-BE49-F238E27FC236}">
                  <a16:creationId xmlns:a16="http://schemas.microsoft.com/office/drawing/2014/main" id="{05B71946-296F-92C5-5DB5-E20C4E1B02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vre 78">
              <a:extLst>
                <a:ext uri="{FF2B5EF4-FFF2-40B4-BE49-F238E27FC236}">
                  <a16:creationId xmlns:a16="http://schemas.microsoft.com/office/drawing/2014/main" id="{FE40B9B7-8AE6-0829-F222-035B5CEBF0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vre 84">
              <a:extLst>
                <a:ext uri="{FF2B5EF4-FFF2-40B4-BE49-F238E27FC236}">
                  <a16:creationId xmlns:a16="http://schemas.microsoft.com/office/drawing/2014/main" id="{9D95873C-1797-68CD-8369-43A29753C6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vre 87">
              <a:extLst>
                <a:ext uri="{FF2B5EF4-FFF2-40B4-BE49-F238E27FC236}">
                  <a16:creationId xmlns:a16="http://schemas.microsoft.com/office/drawing/2014/main" id="{D9484E0A-EBF4-F3B9-49E0-7C30B0E7B1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vre 60">
              <a:extLst>
                <a:ext uri="{FF2B5EF4-FFF2-40B4-BE49-F238E27FC236}">
                  <a16:creationId xmlns:a16="http://schemas.microsoft.com/office/drawing/2014/main" id="{E8F76E8D-4F44-399C-A755-AA6D11DA0EC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vre 59">
              <a:extLst>
                <a:ext uri="{FF2B5EF4-FFF2-40B4-BE49-F238E27FC236}">
                  <a16:creationId xmlns:a16="http://schemas.microsoft.com/office/drawing/2014/main" id="{D7F1F9E9-B4FC-13F2-5351-5062D0679F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2" name="Forma Livre 62">
              <a:extLst>
                <a:ext uri="{FF2B5EF4-FFF2-40B4-BE49-F238E27FC236}">
                  <a16:creationId xmlns:a16="http://schemas.microsoft.com/office/drawing/2014/main" id="{82AFD47A-39F7-B763-21EC-F8236B0E64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3" name="Forma Livre 65">
              <a:extLst>
                <a:ext uri="{FF2B5EF4-FFF2-40B4-BE49-F238E27FC236}">
                  <a16:creationId xmlns:a16="http://schemas.microsoft.com/office/drawing/2014/main" id="{8DF521CE-7542-7A4E-6F55-45B81DAFE5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4" name="Forma Livre 79">
              <a:extLst>
                <a:ext uri="{FF2B5EF4-FFF2-40B4-BE49-F238E27FC236}">
                  <a16:creationId xmlns:a16="http://schemas.microsoft.com/office/drawing/2014/main" id="{B8CA85D2-9E55-B392-9BA6-8C8E9B5D189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5" name="Forma Livre 82">
              <a:extLst>
                <a:ext uri="{FF2B5EF4-FFF2-40B4-BE49-F238E27FC236}">
                  <a16:creationId xmlns:a16="http://schemas.microsoft.com/office/drawing/2014/main" id="{BFB42FEA-9C8A-25D0-7350-B4B8C0F5D7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6" name="Forma Livre 85">
              <a:extLst>
                <a:ext uri="{FF2B5EF4-FFF2-40B4-BE49-F238E27FC236}">
                  <a16:creationId xmlns:a16="http://schemas.microsoft.com/office/drawing/2014/main" id="{543CDFF4-A1F2-F88B-DB23-FF705DCB19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7" name="Forma Livre 88">
              <a:extLst>
                <a:ext uri="{FF2B5EF4-FFF2-40B4-BE49-F238E27FC236}">
                  <a16:creationId xmlns:a16="http://schemas.microsoft.com/office/drawing/2014/main" id="{0F21293C-A1D7-94EB-896F-2A5BBA3775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8" name="Grupo 47">
              <a:extLst>
                <a:ext uri="{FF2B5EF4-FFF2-40B4-BE49-F238E27FC236}">
                  <a16:creationId xmlns:a16="http://schemas.microsoft.com/office/drawing/2014/main" id="{046BDE1D-03D6-5D82-4C5D-B9A69F9056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9" name="Linha 63">
                <a:extLst>
                  <a:ext uri="{FF2B5EF4-FFF2-40B4-BE49-F238E27FC236}">
                    <a16:creationId xmlns:a16="http://schemas.microsoft.com/office/drawing/2014/main" id="{A9292CCA-C3C0-69E9-A547-BA5C02CF43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0" name="Linha 66">
                <a:extLst>
                  <a:ext uri="{FF2B5EF4-FFF2-40B4-BE49-F238E27FC236}">
                    <a16:creationId xmlns:a16="http://schemas.microsoft.com/office/drawing/2014/main" id="{C783AFBE-DD7F-B527-4236-A1694DBC46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1" name="Linha 67">
                <a:extLst>
                  <a:ext uri="{FF2B5EF4-FFF2-40B4-BE49-F238E27FC236}">
                    <a16:creationId xmlns:a16="http://schemas.microsoft.com/office/drawing/2014/main" id="{B8945097-6C88-CEDE-656F-2B9BB6EBEC7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2" name="Linha 80">
                <a:extLst>
                  <a:ext uri="{FF2B5EF4-FFF2-40B4-BE49-F238E27FC236}">
                    <a16:creationId xmlns:a16="http://schemas.microsoft.com/office/drawing/2014/main" id="{82400F36-39B8-67BE-3C3E-615B46577C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3" name="Linha 83">
                <a:extLst>
                  <a:ext uri="{FF2B5EF4-FFF2-40B4-BE49-F238E27FC236}">
                    <a16:creationId xmlns:a16="http://schemas.microsoft.com/office/drawing/2014/main" id="{E6B024E3-D2F7-A32C-B2BC-5E6DC218E6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4" name="Linha 86">
                <a:extLst>
                  <a:ext uri="{FF2B5EF4-FFF2-40B4-BE49-F238E27FC236}">
                    <a16:creationId xmlns:a16="http://schemas.microsoft.com/office/drawing/2014/main" id="{D15C6BBB-32C7-7813-F43E-8B6F86A05F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5" name="Linha 89">
                <a:extLst>
                  <a:ext uri="{FF2B5EF4-FFF2-40B4-BE49-F238E27FC236}">
                    <a16:creationId xmlns:a16="http://schemas.microsoft.com/office/drawing/2014/main" id="{D1755EB0-41FE-45B9-11D8-7D13B40DB2D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9" name="Espaço Reservado para Texto 8">
            <a:extLst>
              <a:ext uri="{FF2B5EF4-FFF2-40B4-BE49-F238E27FC236}">
                <a16:creationId xmlns:a16="http://schemas.microsoft.com/office/drawing/2014/main" id="{84DC103C-4E45-07FA-2734-5BAE2624DC48}"/>
              </a:ext>
            </a:extLst>
          </p:cNvPr>
          <p:cNvSpPr>
            <a:spLocks noGrp="1"/>
          </p:cNvSpPr>
          <p:nvPr>
            <p:ph type="body" sz="quarter" idx="13"/>
          </p:nvPr>
        </p:nvSpPr>
        <p:spPr>
          <a:xfrm>
            <a:off x="3886200" y="2103120"/>
            <a:ext cx="2761488" cy="393192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11" name="Espaço Reservado para Texto 10">
            <a:extLst>
              <a:ext uri="{FF2B5EF4-FFF2-40B4-BE49-F238E27FC236}">
                <a16:creationId xmlns:a16="http://schemas.microsoft.com/office/drawing/2014/main" id="{288F1ED9-CE64-0191-F909-FDC002A7456F}"/>
              </a:ext>
            </a:extLst>
          </p:cNvPr>
          <p:cNvSpPr>
            <a:spLocks noGrp="1"/>
          </p:cNvSpPr>
          <p:nvPr>
            <p:ph type="body" sz="quarter" idx="14"/>
          </p:nvPr>
        </p:nvSpPr>
        <p:spPr>
          <a:xfrm>
            <a:off x="6812280" y="2103120"/>
            <a:ext cx="4855464" cy="393192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886200" y="548640"/>
            <a:ext cx="8055864" cy="1132258"/>
          </a:xfrm>
        </p:spPr>
        <p:txBody>
          <a:bodyPr rtlCol="0"/>
          <a:lstStyle/>
          <a:p>
            <a:pPr rtl="0"/>
            <a:r>
              <a:rPr lang="pt-br"/>
              <a:t>Clique para editar o estilo de título Mestre</a:t>
            </a:r>
            <a:endParaRPr lang="en-US"/>
          </a:p>
        </p:txBody>
      </p:sp>
    </p:spTree>
    <p:extLst>
      <p:ext uri="{BB962C8B-B14F-4D97-AF65-F5344CB8AC3E}">
        <p14:creationId xmlns:p14="http://schemas.microsoft.com/office/powerpoint/2010/main" val="3567391266"/>
      </p:ext>
    </p:extLst>
  </p:cSld>
  <p:clrMapOvr>
    <a:masterClrMapping/>
  </p:clrMapOvr>
</p:sldLayout>
</file>

<file path=ppt/slideLayouts/slideLayout_80000044_5BE7564F.xml><?xml version="1.0" encoding="utf-8"?>
<p:sldLayout xmlns:a="http://schemas.openxmlformats.org/drawingml/2006/main" xmlns:r="http://schemas.openxmlformats.org/officeDocument/2006/relationships" xmlns:p="http://schemas.openxmlformats.org/presentationml/2006/main" preserve="1">
  <p:cSld name="Dois Conteúdos, médio ">
    <p:spTree>
      <p:nvGrpSpPr>
        <p:cNvPr id="1" name=""/>
        <p:cNvGrpSpPr/>
        <p:nvPr/>
      </p:nvGrpSpPr>
      <p:grpSpPr>
        <a:xfrm>
          <a:off x="0" y="0"/>
          <a:ext cx="0" cy="0"/>
          <a:chOff x="0" y="0"/>
          <a:chExt cx="0" cy="0"/>
        </a:xfrm>
      </p:grpSpPr>
      <p:sp>
        <p:nvSpPr>
          <p:cNvPr id="8" name="Espaço Reservado para Data 7">
            <a:extLst>
              <a:ext uri="{FF2B5EF4-FFF2-40B4-BE49-F238E27FC236}">
                <a16:creationId xmlns:a16="http://schemas.microsoft.com/office/drawing/2014/main" id="{2DECF7E6-548D-A95C-6299-222EE29ED544}"/>
              </a:ext>
            </a:extLst>
          </p:cNvPr>
          <p:cNvSpPr>
            <a:spLocks noGrp="1"/>
          </p:cNvSpPr>
          <p:nvPr>
            <p:ph type="dt" sz="half" idx="10"/>
          </p:nvPr>
        </p:nvSpPr>
        <p:spPr/>
        <p:txBody>
          <a:bodyPr rtlCol="0"/>
          <a:lstStyle/>
          <a:p>
            <a:pPr rtl="0"/>
            <a:r>
              <a:rPr lang="pt-br"/>
              <a:t>20XX</a:t>
            </a:r>
            <a:endParaRPr lang="en-US"/>
          </a:p>
        </p:txBody>
      </p:sp>
      <p:sp>
        <p:nvSpPr>
          <p:cNvPr id="9" name="Espaço Reservado para Rodapé 8">
            <a:extLst>
              <a:ext uri="{FF2B5EF4-FFF2-40B4-BE49-F238E27FC236}">
                <a16:creationId xmlns:a16="http://schemas.microsoft.com/office/drawing/2014/main" id="{8C9320CA-5CD7-A07A-0CA7-261225AAEF77}"/>
              </a:ext>
            </a:extLst>
          </p:cNvPr>
          <p:cNvSpPr>
            <a:spLocks noGrp="1"/>
          </p:cNvSpPr>
          <p:nvPr>
            <p:ph type="ftr" sz="quarter" idx="11"/>
          </p:nvPr>
        </p:nvSpPr>
        <p:spPr/>
        <p:txBody>
          <a:bodyPr rtlCol="0"/>
          <a:lstStyle/>
          <a:p>
            <a:pPr rtl="0"/>
            <a:r>
              <a:rPr lang="pt-br"/>
              <a:t>Amostra de Texto de Rodapé</a:t>
            </a:r>
            <a:endParaRPr lang="en-US"/>
          </a:p>
        </p:txBody>
      </p:sp>
      <p:sp>
        <p:nvSpPr>
          <p:cNvPr id="10" name="Espaço Reservado para o Número do Slide 9">
            <a:extLst>
              <a:ext uri="{FF2B5EF4-FFF2-40B4-BE49-F238E27FC236}">
                <a16:creationId xmlns:a16="http://schemas.microsoft.com/office/drawing/2014/main" id="{A6E4DA78-A37F-D95F-BF1F-990B686AB49D}"/>
              </a:ext>
            </a:extLst>
          </p:cNvPr>
          <p:cNvSpPr>
            <a:spLocks noGrp="1"/>
          </p:cNvSpPr>
          <p:nvPr>
            <p:ph type="sldNum" sz="quarter" idx="12"/>
          </p:nvPr>
        </p:nvSpPr>
        <p:spPr/>
        <p:txBody>
          <a:bodyPr rtlCol="0"/>
          <a:lstStyle/>
          <a:p>
            <a:pPr rtl="0"/>
            <a:fld id="{CC057153-B650-4DEB-B370-79DDCFDCE934}" type="slidenum">
              <a:rPr lang="en-US" smtClean="0"/>
              <a:pPr/>
              <a:t/>
            </a:fld>
            <a:endParaRPr lang="en-US"/>
          </a:p>
        </p:txBody>
      </p:sp>
      <p:cxnSp>
        <p:nvCxnSpPr>
          <p:cNvPr id="5" name="Conector Reto 4">
            <a:extLst>
              <a:ext uri="{FF2B5EF4-FFF2-40B4-BE49-F238E27FC236}">
                <a16:creationId xmlns:a16="http://schemas.microsoft.com/office/drawing/2014/main" id="{E25BFD2D-23AC-20F2-5D2E-B6D208328ECC}"/>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193852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Espaço Reservado para Conteúdo 2">
            <a:extLst>
              <a:ext uri="{FF2B5EF4-FFF2-40B4-BE49-F238E27FC236}">
                <a16:creationId xmlns:a16="http://schemas.microsoft.com/office/drawing/2014/main" id="{3F519321-39F6-08F8-D905-9315EEB0CD73}"/>
              </a:ext>
            </a:extLst>
          </p:cNvPr>
          <p:cNvSpPr>
            <a:spLocks noGrp="1"/>
          </p:cNvSpPr>
          <p:nvPr>
            <p:ph idx="13"/>
          </p:nvPr>
        </p:nvSpPr>
        <p:spPr>
          <a:xfrm>
            <a:off x="4912504" y="2103120"/>
            <a:ext cx="6353721" cy="42062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612648" y="2103120"/>
            <a:ext cx="4105656" cy="420624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10653578" cy="1133856"/>
          </a:xfrm>
        </p:spPr>
        <p:txBody>
          <a:bodyPr rtlCol="0"/>
          <a:lstStyle/>
          <a:p>
            <a:pPr rtl="0"/>
            <a:r>
              <a:rPr lang="pt-br"/>
              <a:t>Clique para editar o estilo de título Mestre</a:t>
            </a:r>
            <a:endParaRPr lang="en-US"/>
          </a:p>
        </p:txBody>
      </p:sp>
    </p:spTree>
    <p:extLst>
      <p:ext uri="{BB962C8B-B14F-4D97-AF65-F5344CB8AC3E}">
        <p14:creationId xmlns:p14="http://schemas.microsoft.com/office/powerpoint/2010/main" val="1541887567"/>
      </p:ext>
    </p:extLst>
  </p:cSld>
  <p:clrMapOvr>
    <a:masterClrMapping/>
  </p:clrMapOvr>
</p:sldLayout>
</file>

<file path=ppt/slideLayouts/slideLayout_80000045_43B50914.xml><?xml version="1.0" encoding="utf-8"?>
<p:sldLayout xmlns:a="http://schemas.openxmlformats.org/drawingml/2006/main" xmlns:r="http://schemas.openxmlformats.org/officeDocument/2006/relationships" xmlns:p="http://schemas.openxmlformats.org/presentationml/2006/main" preserve="1">
  <p:cSld name="Dois Conteúdos, médio e menor">
    <p:spTree>
      <p:nvGrpSpPr>
        <p:cNvPr id="1" name=""/>
        <p:cNvGrpSpPr/>
        <p:nvPr/>
      </p:nvGrpSpPr>
      <p:grpSpPr>
        <a:xfrm>
          <a:off x="0" y="0"/>
          <a:ext cx="0" cy="0"/>
          <a:chOff x="0" y="0"/>
          <a:chExt cx="0" cy="0"/>
        </a:xfrm>
      </p:grpSpPr>
      <p:cxnSp>
        <p:nvCxnSpPr>
          <p:cNvPr id="8" name="Conector Reto 7">
            <a:extLst>
              <a:ext uri="{FF2B5EF4-FFF2-40B4-BE49-F238E27FC236}">
                <a16:creationId xmlns:a16="http://schemas.microsoft.com/office/drawing/2014/main" id="{1DD89DC3-7755-6F68-B7F5-979FD6C744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9184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Espaço Reservado para Data 2">
            <a:extLst>
              <a:ext uri="{FF2B5EF4-FFF2-40B4-BE49-F238E27FC236}">
                <a16:creationId xmlns:a16="http://schemas.microsoft.com/office/drawing/2014/main" id="{9802CF08-CC52-E7E8-E565-6700958B4105}"/>
              </a:ext>
            </a:extLst>
          </p:cNvPr>
          <p:cNvSpPr>
            <a:spLocks noGrp="1"/>
          </p:cNvSpPr>
          <p:nvPr>
            <p:ph type="dt" sz="half" idx="15"/>
          </p:nvPr>
        </p:nvSpPr>
        <p:spPr/>
        <p:txBody>
          <a:bodyPr rtlCol="0"/>
          <a:lstStyle/>
          <a:p>
            <a:pPr rtl="0"/>
            <a:r>
              <a:rPr lang="pt-br"/>
              <a:t>20XX</a:t>
            </a:r>
            <a:endParaRPr lang="en-US"/>
          </a:p>
        </p:txBody>
      </p:sp>
      <p:sp>
        <p:nvSpPr>
          <p:cNvPr id="4" name="Espaço Reservado para Rodapé 3">
            <a:extLst>
              <a:ext uri="{FF2B5EF4-FFF2-40B4-BE49-F238E27FC236}">
                <a16:creationId xmlns:a16="http://schemas.microsoft.com/office/drawing/2014/main" id="{0823CA10-9755-BD67-C4D3-8A1BB620AEF2}"/>
              </a:ext>
            </a:extLst>
          </p:cNvPr>
          <p:cNvSpPr>
            <a:spLocks noGrp="1"/>
          </p:cNvSpPr>
          <p:nvPr>
            <p:ph type="ftr" sz="quarter" idx="16"/>
          </p:nvPr>
        </p:nvSpPr>
        <p:spPr/>
        <p:txBody>
          <a:bodyPr rtlCol="0"/>
          <a:lstStyle/>
          <a:p>
            <a:pPr rtl="0"/>
            <a:r>
              <a:rPr lang="pt-br"/>
              <a:t>Exemplo de Texto de Rodapé</a:t>
            </a:r>
            <a:endParaRPr lang="en-US"/>
          </a:p>
        </p:txBody>
      </p:sp>
      <p:sp>
        <p:nvSpPr>
          <p:cNvPr id="10" name="Espaço Reservado para o Número do Slide 9">
            <a:extLst>
              <a:ext uri="{FF2B5EF4-FFF2-40B4-BE49-F238E27FC236}">
                <a16:creationId xmlns:a16="http://schemas.microsoft.com/office/drawing/2014/main" id="{44A0A7C3-0501-E6B1-A79B-C8134B490F51}"/>
              </a:ext>
            </a:extLst>
          </p:cNvPr>
          <p:cNvSpPr>
            <a:spLocks noGrp="1"/>
          </p:cNvSpPr>
          <p:nvPr>
            <p:ph type="sldNum" sz="quarter" idx="17"/>
          </p:nvPr>
        </p:nvSpPr>
        <p:spPr/>
        <p:txBody>
          <a:bodyPr rtlCol="0"/>
          <a:lstStyle/>
          <a:p>
            <a:pPr rtl="0"/>
            <a:fld id="{CC057153-B650-4DEB-B370-79DDCFDCE934}" type="slidenum">
              <a:rPr lang="en-US" smtClean="0"/>
              <a:pPr/>
              <a:t/>
            </a:fld>
            <a:endParaRPr lang="en-US"/>
          </a:p>
        </p:txBody>
      </p:sp>
      <p:grpSp>
        <p:nvGrpSpPr>
          <p:cNvPr id="5" name="Grupo 4">
            <a:extLst>
              <a:ext uri="{FF2B5EF4-FFF2-40B4-BE49-F238E27FC236}">
                <a16:creationId xmlns:a16="http://schemas.microsoft.com/office/drawing/2014/main" id="{97137302-1A69-A674-9207-8CE8198A06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56" name="Grupo 55">
              <a:extLst>
                <a:ext uri="{FF2B5EF4-FFF2-40B4-BE49-F238E27FC236}">
                  <a16:creationId xmlns:a16="http://schemas.microsoft.com/office/drawing/2014/main" id="{B43369CA-62CD-EFB9-F8C2-68C1BCD6EC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2" name="Grupo 61">
                <a:extLst>
                  <a:ext uri="{FF2B5EF4-FFF2-40B4-BE49-F238E27FC236}">
                    <a16:creationId xmlns:a16="http://schemas.microsoft.com/office/drawing/2014/main" id="{8FA50491-D373-0AFC-CE50-F518ECA46D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6" name="Conector Reto 65">
                  <a:extLst>
                    <a:ext uri="{FF2B5EF4-FFF2-40B4-BE49-F238E27FC236}">
                      <a16:creationId xmlns:a16="http://schemas.microsoft.com/office/drawing/2014/main" id="{AFF2448E-C192-A06F-DBEF-437DA4064D6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7" name="Conector Reto 66">
                  <a:extLst>
                    <a:ext uri="{FF2B5EF4-FFF2-40B4-BE49-F238E27FC236}">
                      <a16:creationId xmlns:a16="http://schemas.microsoft.com/office/drawing/2014/main" id="{2DC852C2-6D36-18EB-486A-91FF579FD9E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8" name="Retângulo 30">
                  <a:extLst>
                    <a:ext uri="{FF2B5EF4-FFF2-40B4-BE49-F238E27FC236}">
                      <a16:creationId xmlns:a16="http://schemas.microsoft.com/office/drawing/2014/main" id="{5D1F5E1F-9C25-6F79-0034-ECFD7E7E1BD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9" name="Retângulo 30">
                  <a:extLst>
                    <a:ext uri="{FF2B5EF4-FFF2-40B4-BE49-F238E27FC236}">
                      <a16:creationId xmlns:a16="http://schemas.microsoft.com/office/drawing/2014/main" id="{8E0167A9-E300-611A-4F64-09498C5CB97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63" name="Grupo 62">
                <a:extLst>
                  <a:ext uri="{FF2B5EF4-FFF2-40B4-BE49-F238E27FC236}">
                    <a16:creationId xmlns:a16="http://schemas.microsoft.com/office/drawing/2014/main" id="{20AE9D26-A58B-403A-D1B3-F2290AC2D0F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4" name="Forma livre: Forma 101">
                  <a:extLst>
                    <a:ext uri="{FF2B5EF4-FFF2-40B4-BE49-F238E27FC236}">
                      <a16:creationId xmlns:a16="http://schemas.microsoft.com/office/drawing/2014/main" id="{697E4BC1-0F47-C193-5BDC-59411573A0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65" name="Forma livre: Forma 102">
                  <a:extLst>
                    <a:ext uri="{FF2B5EF4-FFF2-40B4-BE49-F238E27FC236}">
                      <a16:creationId xmlns:a16="http://schemas.microsoft.com/office/drawing/2014/main" id="{E43A0334-0484-A6AE-CF29-99DD4D8DC6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57" name="Grupo 56">
              <a:extLst>
                <a:ext uri="{FF2B5EF4-FFF2-40B4-BE49-F238E27FC236}">
                  <a16:creationId xmlns:a16="http://schemas.microsoft.com/office/drawing/2014/main" id="{1FD5042A-523C-577E-CE90-02AE84021D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8" name="Grupo 57">
                <a:extLst>
                  <a:ext uri="{FF2B5EF4-FFF2-40B4-BE49-F238E27FC236}">
                    <a16:creationId xmlns:a16="http://schemas.microsoft.com/office/drawing/2014/main" id="{FCF07F39-DA9C-6FAF-9EA8-4D4A65B156F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60" name="Forma Livre 68">
                  <a:extLst>
                    <a:ext uri="{FF2B5EF4-FFF2-40B4-BE49-F238E27FC236}">
                      <a16:creationId xmlns:a16="http://schemas.microsoft.com/office/drawing/2014/main" id="{DA113724-CD7E-E37F-E63F-4629E8A76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1" name="Forma Livre 69">
                  <a:extLst>
                    <a:ext uri="{FF2B5EF4-FFF2-40B4-BE49-F238E27FC236}">
                      <a16:creationId xmlns:a16="http://schemas.microsoft.com/office/drawing/2014/main" id="{9F4E16DF-B699-C661-9242-6E15F66C00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59" name="Linha 70">
                <a:extLst>
                  <a:ext uri="{FF2B5EF4-FFF2-40B4-BE49-F238E27FC236}">
                    <a16:creationId xmlns:a16="http://schemas.microsoft.com/office/drawing/2014/main" id="{2F9EA502-750D-9DB3-7B70-A2D55DDAE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70" name="Grupo 69">
            <a:extLst>
              <a:ext uri="{FF2B5EF4-FFF2-40B4-BE49-F238E27FC236}">
                <a16:creationId xmlns:a16="http://schemas.microsoft.com/office/drawing/2014/main" id="{362BD590-B46E-92B9-05F7-0C75E9DEDA25}"/>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71" name="Grupo 70">
              <a:extLst>
                <a:ext uri="{FF2B5EF4-FFF2-40B4-BE49-F238E27FC236}">
                  <a16:creationId xmlns:a16="http://schemas.microsoft.com/office/drawing/2014/main" id="{0B865310-A190-5FB1-97CF-9A5B2A8C4AA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77" name="Grupo 76">
                <a:extLst>
                  <a:ext uri="{FF2B5EF4-FFF2-40B4-BE49-F238E27FC236}">
                    <a16:creationId xmlns:a16="http://schemas.microsoft.com/office/drawing/2014/main" id="{4ADBA304-54CD-A7C8-0C30-7B053ECA750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1" name="Conector Reto 80">
                  <a:extLst>
                    <a:ext uri="{FF2B5EF4-FFF2-40B4-BE49-F238E27FC236}">
                      <a16:creationId xmlns:a16="http://schemas.microsoft.com/office/drawing/2014/main" id="{AE1B8768-B33A-E9C1-4A7F-A8599374B57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2" name="Conector Reto 81">
                  <a:extLst>
                    <a:ext uri="{FF2B5EF4-FFF2-40B4-BE49-F238E27FC236}">
                      <a16:creationId xmlns:a16="http://schemas.microsoft.com/office/drawing/2014/main" id="{6E5A642F-F01B-7FF7-0B82-3DFACE0BED2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3" name="Retângulo 30">
                  <a:extLst>
                    <a:ext uri="{FF2B5EF4-FFF2-40B4-BE49-F238E27FC236}">
                      <a16:creationId xmlns:a16="http://schemas.microsoft.com/office/drawing/2014/main" id="{B1DD1374-65C5-4D20-D0A5-A741C8B92E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4" name="Retângulo 30">
                  <a:extLst>
                    <a:ext uri="{FF2B5EF4-FFF2-40B4-BE49-F238E27FC236}">
                      <a16:creationId xmlns:a16="http://schemas.microsoft.com/office/drawing/2014/main" id="{2908938F-65F1-DE57-170B-D7155586EB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78" name="Grupo 77">
                <a:extLst>
                  <a:ext uri="{FF2B5EF4-FFF2-40B4-BE49-F238E27FC236}">
                    <a16:creationId xmlns:a16="http://schemas.microsoft.com/office/drawing/2014/main" id="{3577E40B-69CF-7DED-7AEA-AB34624C21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79" name="Forma livre: Forma 116">
                  <a:extLst>
                    <a:ext uri="{FF2B5EF4-FFF2-40B4-BE49-F238E27FC236}">
                      <a16:creationId xmlns:a16="http://schemas.microsoft.com/office/drawing/2014/main" id="{DADAA6BE-8977-81AB-2C67-F7241243FD0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80" name="Forma livre: Forma 117">
                  <a:extLst>
                    <a:ext uri="{FF2B5EF4-FFF2-40B4-BE49-F238E27FC236}">
                      <a16:creationId xmlns:a16="http://schemas.microsoft.com/office/drawing/2014/main" id="{5AC24CAA-95C1-7FD3-5AB8-3C432D57C1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72" name="Grupo 71">
              <a:extLst>
                <a:ext uri="{FF2B5EF4-FFF2-40B4-BE49-F238E27FC236}">
                  <a16:creationId xmlns:a16="http://schemas.microsoft.com/office/drawing/2014/main" id="{D91B96DC-EC78-9E05-76AD-2F5F9A64137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73" name="Grupo 72">
                <a:extLst>
                  <a:ext uri="{FF2B5EF4-FFF2-40B4-BE49-F238E27FC236}">
                    <a16:creationId xmlns:a16="http://schemas.microsoft.com/office/drawing/2014/main" id="{9AE00820-76F8-8379-C974-DA3B12413DD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75" name="Forma Livre 68">
                  <a:extLst>
                    <a:ext uri="{FF2B5EF4-FFF2-40B4-BE49-F238E27FC236}">
                      <a16:creationId xmlns:a16="http://schemas.microsoft.com/office/drawing/2014/main" id="{3C3DFD7B-01BF-EA56-D869-B675F4D7947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6" name="Forma Livre 69">
                  <a:extLst>
                    <a:ext uri="{FF2B5EF4-FFF2-40B4-BE49-F238E27FC236}">
                      <a16:creationId xmlns:a16="http://schemas.microsoft.com/office/drawing/2014/main" id="{C0D4FAE5-A195-9D19-6619-5E6610DB858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74" name="Linha 70">
                <a:extLst>
                  <a:ext uri="{FF2B5EF4-FFF2-40B4-BE49-F238E27FC236}">
                    <a16:creationId xmlns:a16="http://schemas.microsoft.com/office/drawing/2014/main" id="{4309EA9D-766D-ADEE-C3C2-457231463C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9" name="Espaço Reservado para Texto 8">
            <a:extLst>
              <a:ext uri="{FF2B5EF4-FFF2-40B4-BE49-F238E27FC236}">
                <a16:creationId xmlns:a16="http://schemas.microsoft.com/office/drawing/2014/main" id="{84DC103C-4E45-07FA-2734-5BAE2624DC48}"/>
              </a:ext>
            </a:extLst>
          </p:cNvPr>
          <p:cNvSpPr>
            <a:spLocks noGrp="1"/>
          </p:cNvSpPr>
          <p:nvPr>
            <p:ph type="body" sz="quarter" idx="13"/>
          </p:nvPr>
        </p:nvSpPr>
        <p:spPr>
          <a:xfrm>
            <a:off x="3154680" y="2103120"/>
            <a:ext cx="5596128" cy="411480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11" name="Espaço Reservado para Texto 10">
            <a:extLst>
              <a:ext uri="{FF2B5EF4-FFF2-40B4-BE49-F238E27FC236}">
                <a16:creationId xmlns:a16="http://schemas.microsoft.com/office/drawing/2014/main" id="{288F1ED9-CE64-0191-F909-FDC002A7456F}"/>
              </a:ext>
            </a:extLst>
          </p:cNvPr>
          <p:cNvSpPr>
            <a:spLocks noGrp="1"/>
          </p:cNvSpPr>
          <p:nvPr>
            <p:ph type="body" sz="quarter" idx="14"/>
          </p:nvPr>
        </p:nvSpPr>
        <p:spPr>
          <a:xfrm>
            <a:off x="8942832" y="2103120"/>
            <a:ext cx="2679192" cy="4114800"/>
          </a:xfr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154680" y="548640"/>
            <a:ext cx="8467344" cy="1132258"/>
          </a:xfrm>
        </p:spPr>
        <p:txBody>
          <a:bodyPr rtlCol="0"/>
          <a:lstStyle/>
          <a:p>
            <a:pPr rtl="0"/>
            <a:r>
              <a:rPr lang="pt-br"/>
              <a:t>Clique para editar o estilo de título Mestre</a:t>
            </a:r>
            <a:endParaRPr lang="en-US"/>
          </a:p>
        </p:txBody>
      </p:sp>
    </p:spTree>
    <p:extLst>
      <p:ext uri="{BB962C8B-B14F-4D97-AF65-F5344CB8AC3E}">
        <p14:creationId xmlns:p14="http://schemas.microsoft.com/office/powerpoint/2010/main" val="1135937812"/>
      </p:ext>
    </p:extLst>
  </p:cSld>
  <p:clrMapOvr>
    <a:masterClrMapping/>
  </p:clrMapOvr>
</p:sldLayout>
</file>

<file path=ppt/slideLayouts/slideLayout_80000046_AF741648.xml><?xml version="1.0" encoding="utf-8"?>
<p:sldLayout xmlns:a="http://schemas.openxmlformats.org/drawingml/2006/main" xmlns:r="http://schemas.openxmlformats.org/officeDocument/2006/relationships" xmlns:p="http://schemas.openxmlformats.org/presentationml/2006/main" preserve="1">
  <p:cSld name="Centralizado à direita com gráfico">
    <p:bg>
      <p:bgPr>
        <a:solidFill>
          <a:schemeClr val="tx2"/>
        </a:solidFill>
        <a:effectLst/>
      </p:bgPr>
    </p:bg>
    <p:spTree>
      <p:nvGrpSpPr>
        <p:cNvPr id="1" name=""/>
        <p:cNvGrpSpPr/>
        <p:nvPr/>
      </p:nvGrpSpPr>
      <p:grpSpPr>
        <a:xfrm>
          <a:off x="0" y="0"/>
          <a:ext cx="0" cy="0"/>
          <a:chOff x="0" y="0"/>
          <a:chExt cx="0" cy="0"/>
        </a:xfrm>
      </p:grpSpPr>
      <p:grpSp>
        <p:nvGrpSpPr>
          <p:cNvPr id="116" name="Grupo 115">
            <a:extLst>
              <a:ext uri="{FF2B5EF4-FFF2-40B4-BE49-F238E27FC236}">
                <a16:creationId xmlns:a16="http://schemas.microsoft.com/office/drawing/2014/main" id="{E95DA05C-5BDC-E236-6877-F08CFFF1B12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117" name="Grupo 116">
              <a:extLst>
                <a:ext uri="{FF2B5EF4-FFF2-40B4-BE49-F238E27FC236}">
                  <a16:creationId xmlns:a16="http://schemas.microsoft.com/office/drawing/2014/main" id="{8651FB6D-0972-8140-7465-2DCF2E109A5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218" name="Forma Livre 76">
                <a:extLst>
                  <a:ext uri="{FF2B5EF4-FFF2-40B4-BE49-F238E27FC236}">
                    <a16:creationId xmlns:a16="http://schemas.microsoft.com/office/drawing/2014/main" id="{7E086D75-9743-53BC-1DD7-198CFD9C89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9" name="Forma Livre 77">
                <a:extLst>
                  <a:ext uri="{FF2B5EF4-FFF2-40B4-BE49-F238E27FC236}">
                    <a16:creationId xmlns:a16="http://schemas.microsoft.com/office/drawing/2014/main" id="{CD5E912F-7A21-10C2-206A-A951CF17AF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20" name="Grupo 219">
                <a:extLst>
                  <a:ext uri="{FF2B5EF4-FFF2-40B4-BE49-F238E27FC236}">
                    <a16:creationId xmlns:a16="http://schemas.microsoft.com/office/drawing/2014/main" id="{3EF2C449-28EF-B31B-F37F-F48AFFC6E56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221" name="Linha 90">
                  <a:extLst>
                    <a:ext uri="{FF2B5EF4-FFF2-40B4-BE49-F238E27FC236}">
                      <a16:creationId xmlns:a16="http://schemas.microsoft.com/office/drawing/2014/main" id="{FBA3E19D-5127-0C50-DF33-61BF12EE7A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22" name="Forma Livre 91">
                  <a:extLst>
                    <a:ext uri="{FF2B5EF4-FFF2-40B4-BE49-F238E27FC236}">
                      <a16:creationId xmlns:a16="http://schemas.microsoft.com/office/drawing/2014/main" id="{F483D148-4CD8-DB6D-DE83-BB4555CA62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23" name="Forma Livre 92">
                  <a:extLst>
                    <a:ext uri="{FF2B5EF4-FFF2-40B4-BE49-F238E27FC236}">
                      <a16:creationId xmlns:a16="http://schemas.microsoft.com/office/drawing/2014/main" id="{4BDC03C8-821E-C7E5-946F-C08D10AC82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24" name="Forma Livre 93">
                  <a:extLst>
                    <a:ext uri="{FF2B5EF4-FFF2-40B4-BE49-F238E27FC236}">
                      <a16:creationId xmlns:a16="http://schemas.microsoft.com/office/drawing/2014/main" id="{05C029AA-87C8-BD5E-5644-BA5E2557FD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18" name="Grupo 117">
              <a:extLst>
                <a:ext uri="{FF2B5EF4-FFF2-40B4-BE49-F238E27FC236}">
                  <a16:creationId xmlns:a16="http://schemas.microsoft.com/office/drawing/2014/main" id="{83DF9600-D083-3A7B-A68B-349FE4615DC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69" name="Grupo 168">
                <a:extLst>
                  <a:ext uri="{FF2B5EF4-FFF2-40B4-BE49-F238E27FC236}">
                    <a16:creationId xmlns:a16="http://schemas.microsoft.com/office/drawing/2014/main" id="{9EE69DB6-9C48-191C-288C-CCA7C121E19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96" name="Forma Livre 64">
                  <a:extLst>
                    <a:ext uri="{FF2B5EF4-FFF2-40B4-BE49-F238E27FC236}">
                      <a16:creationId xmlns:a16="http://schemas.microsoft.com/office/drawing/2014/main" id="{626A26EF-9510-527C-94AC-665E781B67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7" name="Forma Livre 81">
                  <a:extLst>
                    <a:ext uri="{FF2B5EF4-FFF2-40B4-BE49-F238E27FC236}">
                      <a16:creationId xmlns:a16="http://schemas.microsoft.com/office/drawing/2014/main" id="{0D78064D-1F3C-D949-681A-7E5BD3A215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8" name="Forma Livre 61">
                  <a:extLst>
                    <a:ext uri="{FF2B5EF4-FFF2-40B4-BE49-F238E27FC236}">
                      <a16:creationId xmlns:a16="http://schemas.microsoft.com/office/drawing/2014/main" id="{468DBF6B-EE4D-FD32-9EB5-59A21EAF61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9" name="Forma Livre 78">
                  <a:extLst>
                    <a:ext uri="{FF2B5EF4-FFF2-40B4-BE49-F238E27FC236}">
                      <a16:creationId xmlns:a16="http://schemas.microsoft.com/office/drawing/2014/main" id="{CE841B3D-6F2D-6644-B992-6E36B242FA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0" name="Forma Livre 84">
                  <a:extLst>
                    <a:ext uri="{FF2B5EF4-FFF2-40B4-BE49-F238E27FC236}">
                      <a16:creationId xmlns:a16="http://schemas.microsoft.com/office/drawing/2014/main" id="{63CCD5DF-4BEB-9911-F0DD-9BB49B5292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1" name="Forma Livre 87">
                  <a:extLst>
                    <a:ext uri="{FF2B5EF4-FFF2-40B4-BE49-F238E27FC236}">
                      <a16:creationId xmlns:a16="http://schemas.microsoft.com/office/drawing/2014/main" id="{EF7D7DB2-4820-FABA-91EC-ED82DB7E8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2" name="Forma Livre 60">
                  <a:extLst>
                    <a:ext uri="{FF2B5EF4-FFF2-40B4-BE49-F238E27FC236}">
                      <a16:creationId xmlns:a16="http://schemas.microsoft.com/office/drawing/2014/main" id="{94DCA28B-1E0C-2A00-B3D1-4C257B0CEA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3" name="Forma Livre 59">
                  <a:extLst>
                    <a:ext uri="{FF2B5EF4-FFF2-40B4-BE49-F238E27FC236}">
                      <a16:creationId xmlns:a16="http://schemas.microsoft.com/office/drawing/2014/main" id="{75B53CA2-9F51-E1C0-66AF-BA2FB02DAE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4" name="Forma Livre 62">
                  <a:extLst>
                    <a:ext uri="{FF2B5EF4-FFF2-40B4-BE49-F238E27FC236}">
                      <a16:creationId xmlns:a16="http://schemas.microsoft.com/office/drawing/2014/main" id="{782EC5BD-A6C8-0117-73C6-5044C1F9FD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5" name="Forma Livre 65">
                  <a:extLst>
                    <a:ext uri="{FF2B5EF4-FFF2-40B4-BE49-F238E27FC236}">
                      <a16:creationId xmlns:a16="http://schemas.microsoft.com/office/drawing/2014/main" id="{82023CE3-CE94-7A4D-8736-7AA10E099C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6" name="Forma Livre 79">
                  <a:extLst>
                    <a:ext uri="{FF2B5EF4-FFF2-40B4-BE49-F238E27FC236}">
                      <a16:creationId xmlns:a16="http://schemas.microsoft.com/office/drawing/2014/main" id="{2D67D40F-2724-3FA8-06CF-71768FBF20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7" name="Forma Livre 82">
                  <a:extLst>
                    <a:ext uri="{FF2B5EF4-FFF2-40B4-BE49-F238E27FC236}">
                      <a16:creationId xmlns:a16="http://schemas.microsoft.com/office/drawing/2014/main" id="{39EA6125-BB06-D1DD-50E2-D330AD2289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8" name="Forma Livre 85">
                  <a:extLst>
                    <a:ext uri="{FF2B5EF4-FFF2-40B4-BE49-F238E27FC236}">
                      <a16:creationId xmlns:a16="http://schemas.microsoft.com/office/drawing/2014/main" id="{F6141C5F-9D29-B3C7-D584-3FDFE755FA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9" name="Forma Livre 88">
                  <a:extLst>
                    <a:ext uri="{FF2B5EF4-FFF2-40B4-BE49-F238E27FC236}">
                      <a16:creationId xmlns:a16="http://schemas.microsoft.com/office/drawing/2014/main" id="{216852A2-E8DA-AC06-9627-4280AE4CA8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10" name="Grupo 209">
                  <a:extLst>
                    <a:ext uri="{FF2B5EF4-FFF2-40B4-BE49-F238E27FC236}">
                      <a16:creationId xmlns:a16="http://schemas.microsoft.com/office/drawing/2014/main" id="{3AC5C367-3E02-D135-33AE-86AB80CAE62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11" name="Linha 63">
                    <a:extLst>
                      <a:ext uri="{FF2B5EF4-FFF2-40B4-BE49-F238E27FC236}">
                        <a16:creationId xmlns:a16="http://schemas.microsoft.com/office/drawing/2014/main" id="{EBE16287-7713-A96E-61F2-60F12FEB3F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2" name="Linha 66">
                    <a:extLst>
                      <a:ext uri="{FF2B5EF4-FFF2-40B4-BE49-F238E27FC236}">
                        <a16:creationId xmlns:a16="http://schemas.microsoft.com/office/drawing/2014/main" id="{C1331C86-27B1-4D23-911F-4BA30E000F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3" name="Linha 67">
                    <a:extLst>
                      <a:ext uri="{FF2B5EF4-FFF2-40B4-BE49-F238E27FC236}">
                        <a16:creationId xmlns:a16="http://schemas.microsoft.com/office/drawing/2014/main" id="{D117318C-4D30-E712-7268-49ED87C37A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4" name="Linha 80">
                    <a:extLst>
                      <a:ext uri="{FF2B5EF4-FFF2-40B4-BE49-F238E27FC236}">
                        <a16:creationId xmlns:a16="http://schemas.microsoft.com/office/drawing/2014/main" id="{E0A3AEBE-02C6-F58C-7737-E7773CA959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5" name="Linha 83">
                    <a:extLst>
                      <a:ext uri="{FF2B5EF4-FFF2-40B4-BE49-F238E27FC236}">
                        <a16:creationId xmlns:a16="http://schemas.microsoft.com/office/drawing/2014/main" id="{5CB81C54-9B93-E8B9-5379-917700E7DE5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6" name="Linha 86">
                    <a:extLst>
                      <a:ext uri="{FF2B5EF4-FFF2-40B4-BE49-F238E27FC236}">
                        <a16:creationId xmlns:a16="http://schemas.microsoft.com/office/drawing/2014/main" id="{C387BAA6-6EDE-8DFE-18F8-FD15661F51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7" name="Linha 89">
                    <a:extLst>
                      <a:ext uri="{FF2B5EF4-FFF2-40B4-BE49-F238E27FC236}">
                        <a16:creationId xmlns:a16="http://schemas.microsoft.com/office/drawing/2014/main" id="{358CAF63-13A5-5BDC-8C2C-6A2D9E812B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70" name="Grupo 169">
                <a:extLst>
                  <a:ext uri="{FF2B5EF4-FFF2-40B4-BE49-F238E27FC236}">
                    <a16:creationId xmlns:a16="http://schemas.microsoft.com/office/drawing/2014/main" id="{DB6D66A8-B714-B495-8C8F-2DD55609D3D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8" name="Grupo 187">
                  <a:extLst>
                    <a:ext uri="{FF2B5EF4-FFF2-40B4-BE49-F238E27FC236}">
                      <a16:creationId xmlns:a16="http://schemas.microsoft.com/office/drawing/2014/main" id="{61E85C74-CEAD-03CF-6BDA-96FFD7746BD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92" name="Conector Reto 191">
                    <a:extLst>
                      <a:ext uri="{FF2B5EF4-FFF2-40B4-BE49-F238E27FC236}">
                        <a16:creationId xmlns:a16="http://schemas.microsoft.com/office/drawing/2014/main" id="{B1175C6A-2CAF-E5D9-8BA6-05E39D64F5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3" name="Conector Reto 192">
                    <a:extLst>
                      <a:ext uri="{FF2B5EF4-FFF2-40B4-BE49-F238E27FC236}">
                        <a16:creationId xmlns:a16="http://schemas.microsoft.com/office/drawing/2014/main" id="{C1CD4035-1619-3CC4-43DB-98C1AD3419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4" name="Retângulo 30">
                    <a:extLst>
                      <a:ext uri="{FF2B5EF4-FFF2-40B4-BE49-F238E27FC236}">
                        <a16:creationId xmlns:a16="http://schemas.microsoft.com/office/drawing/2014/main" id="{13AA21C6-B181-3609-0808-F25C6F7BAC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5" name="Retângulo 30">
                    <a:extLst>
                      <a:ext uri="{FF2B5EF4-FFF2-40B4-BE49-F238E27FC236}">
                        <a16:creationId xmlns:a16="http://schemas.microsoft.com/office/drawing/2014/main" id="{78713AFA-796F-39D3-3B84-2064D22FC1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89" name="Grupo 188">
                  <a:extLst>
                    <a:ext uri="{FF2B5EF4-FFF2-40B4-BE49-F238E27FC236}">
                      <a16:creationId xmlns:a16="http://schemas.microsoft.com/office/drawing/2014/main" id="{96EB4BD9-BF72-4C01-A716-9B336FED260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90" name="Forma livre: Forma 166">
                    <a:extLst>
                      <a:ext uri="{FF2B5EF4-FFF2-40B4-BE49-F238E27FC236}">
                        <a16:creationId xmlns:a16="http://schemas.microsoft.com/office/drawing/2014/main" id="{61421A63-38F7-A4D6-09FB-94A0505B57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91" name="Forma livre: Forma 167">
                    <a:extLst>
                      <a:ext uri="{FF2B5EF4-FFF2-40B4-BE49-F238E27FC236}">
                        <a16:creationId xmlns:a16="http://schemas.microsoft.com/office/drawing/2014/main" id="{ECCC563E-6C2B-D959-466C-5839F44998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71" name="Grupo 170">
                <a:extLst>
                  <a:ext uri="{FF2B5EF4-FFF2-40B4-BE49-F238E27FC236}">
                    <a16:creationId xmlns:a16="http://schemas.microsoft.com/office/drawing/2014/main" id="{B396CE50-3451-0D4E-DE44-E7B8EB58C81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4" name="Grupo 183">
                  <a:extLst>
                    <a:ext uri="{FF2B5EF4-FFF2-40B4-BE49-F238E27FC236}">
                      <a16:creationId xmlns:a16="http://schemas.microsoft.com/office/drawing/2014/main" id="{1A4E7333-089C-A147-B2DA-1AB80048804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86" name="Forma Livre 68">
                    <a:extLst>
                      <a:ext uri="{FF2B5EF4-FFF2-40B4-BE49-F238E27FC236}">
                        <a16:creationId xmlns:a16="http://schemas.microsoft.com/office/drawing/2014/main" id="{CB4C3FA2-B8C4-849A-8FEF-FD4156479F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7" name="Forma Livre 69">
                    <a:extLst>
                      <a:ext uri="{FF2B5EF4-FFF2-40B4-BE49-F238E27FC236}">
                        <a16:creationId xmlns:a16="http://schemas.microsoft.com/office/drawing/2014/main" id="{A7352DFB-83B4-394B-1682-9EDCDFBBC14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85" name="Linha 70">
                  <a:extLst>
                    <a:ext uri="{FF2B5EF4-FFF2-40B4-BE49-F238E27FC236}">
                      <a16:creationId xmlns:a16="http://schemas.microsoft.com/office/drawing/2014/main" id="{6E82FC69-29C3-EF60-F943-47D34C4A8DF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72" name="Grupo 171">
                <a:extLst>
                  <a:ext uri="{FF2B5EF4-FFF2-40B4-BE49-F238E27FC236}">
                    <a16:creationId xmlns:a16="http://schemas.microsoft.com/office/drawing/2014/main" id="{C48F4876-42E0-223A-3649-665DEE9E0F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81" name="Forma Livre 68">
                  <a:extLst>
                    <a:ext uri="{FF2B5EF4-FFF2-40B4-BE49-F238E27FC236}">
                      <a16:creationId xmlns:a16="http://schemas.microsoft.com/office/drawing/2014/main" id="{15F6C0DC-E8E7-D1B8-D0FE-B80BCBC061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2" name="Forma Livre 69">
                  <a:extLst>
                    <a:ext uri="{FF2B5EF4-FFF2-40B4-BE49-F238E27FC236}">
                      <a16:creationId xmlns:a16="http://schemas.microsoft.com/office/drawing/2014/main" id="{B516BD6E-1879-9612-82A2-E75657EECA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3" name="Linha 70">
                  <a:extLst>
                    <a:ext uri="{FF2B5EF4-FFF2-40B4-BE49-F238E27FC236}">
                      <a16:creationId xmlns:a16="http://schemas.microsoft.com/office/drawing/2014/main" id="{3B72CF41-9E67-C139-D4F4-708E1FED121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73" name="Grupo 172">
                <a:extLst>
                  <a:ext uri="{FF2B5EF4-FFF2-40B4-BE49-F238E27FC236}">
                    <a16:creationId xmlns:a16="http://schemas.microsoft.com/office/drawing/2014/main" id="{D4A0D3CA-6656-7719-5E51-F8DEAFB5E20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74" name="Grupo 173">
                  <a:extLst>
                    <a:ext uri="{FF2B5EF4-FFF2-40B4-BE49-F238E27FC236}">
                      <a16:creationId xmlns:a16="http://schemas.microsoft.com/office/drawing/2014/main" id="{02369867-43D8-C03F-DC63-20E1FBDD84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79" name="Forma Livre: Forma 155">
                    <a:extLst>
                      <a:ext uri="{FF2B5EF4-FFF2-40B4-BE49-F238E27FC236}">
                        <a16:creationId xmlns:a16="http://schemas.microsoft.com/office/drawing/2014/main" id="{5EB569C4-169F-34BC-FEBB-30949323C6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80" name="Forma livre: Forma 156">
                    <a:extLst>
                      <a:ext uri="{FF2B5EF4-FFF2-40B4-BE49-F238E27FC236}">
                        <a16:creationId xmlns:a16="http://schemas.microsoft.com/office/drawing/2014/main" id="{41F4F8D6-C404-EC22-F096-2B91365DE1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nvGrpSpPr>
                <p:cNvPr id="175" name="Grupo 174">
                  <a:extLst>
                    <a:ext uri="{FF2B5EF4-FFF2-40B4-BE49-F238E27FC236}">
                      <a16:creationId xmlns:a16="http://schemas.microsoft.com/office/drawing/2014/main" id="{EA3600A3-1B5E-10C1-7E46-1089C36C461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76" name="Conector Reto 175">
                    <a:extLst>
                      <a:ext uri="{FF2B5EF4-FFF2-40B4-BE49-F238E27FC236}">
                        <a16:creationId xmlns:a16="http://schemas.microsoft.com/office/drawing/2014/main" id="{39783C63-0A70-AAF8-E84E-F3069F9F4D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7" name="Retângulo 5">
                    <a:extLst>
                      <a:ext uri="{FF2B5EF4-FFF2-40B4-BE49-F238E27FC236}">
                        <a16:creationId xmlns:a16="http://schemas.microsoft.com/office/drawing/2014/main" id="{DD8543D5-4CE1-28E0-BDF7-8FF778D9173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78" name="Retângulo 5">
                    <a:extLst>
                      <a:ext uri="{FF2B5EF4-FFF2-40B4-BE49-F238E27FC236}">
                        <a16:creationId xmlns:a16="http://schemas.microsoft.com/office/drawing/2014/main" id="{83A10480-7B05-4D18-4C67-749A22F0EF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grpSp>
        <p:grpSp>
          <p:nvGrpSpPr>
            <p:cNvPr id="119" name="Grupo 118">
              <a:extLst>
                <a:ext uri="{FF2B5EF4-FFF2-40B4-BE49-F238E27FC236}">
                  <a16:creationId xmlns:a16="http://schemas.microsoft.com/office/drawing/2014/main" id="{0778306E-7567-105B-49C5-D0B47055F21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120" name="Grupo 119">
                <a:extLst>
                  <a:ext uri="{FF2B5EF4-FFF2-40B4-BE49-F238E27FC236}">
                    <a16:creationId xmlns:a16="http://schemas.microsoft.com/office/drawing/2014/main" id="{B8B10F73-CC21-DBBD-42AF-359FCE2ED5D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47" name="Forma Livre 64">
                  <a:extLst>
                    <a:ext uri="{FF2B5EF4-FFF2-40B4-BE49-F238E27FC236}">
                      <a16:creationId xmlns:a16="http://schemas.microsoft.com/office/drawing/2014/main" id="{1192E8BD-2D2D-62F3-5E55-8A1067953D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8" name="Forma Livre 81">
                  <a:extLst>
                    <a:ext uri="{FF2B5EF4-FFF2-40B4-BE49-F238E27FC236}">
                      <a16:creationId xmlns:a16="http://schemas.microsoft.com/office/drawing/2014/main" id="{4E36EAEE-1668-5BC8-35EE-52A6B476EF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9" name="Forma Livre 61">
                  <a:extLst>
                    <a:ext uri="{FF2B5EF4-FFF2-40B4-BE49-F238E27FC236}">
                      <a16:creationId xmlns:a16="http://schemas.microsoft.com/office/drawing/2014/main" id="{A98F5D93-DAE9-B837-43F4-3001654BF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0" name="Forma Livre 78">
                  <a:extLst>
                    <a:ext uri="{FF2B5EF4-FFF2-40B4-BE49-F238E27FC236}">
                      <a16:creationId xmlns:a16="http://schemas.microsoft.com/office/drawing/2014/main" id="{A22B5A1D-F5FD-570A-31A9-B5B6001FD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1" name="Forma Livre 84">
                  <a:extLst>
                    <a:ext uri="{FF2B5EF4-FFF2-40B4-BE49-F238E27FC236}">
                      <a16:creationId xmlns:a16="http://schemas.microsoft.com/office/drawing/2014/main" id="{DFDA00A4-4741-8A3E-37E1-5944D9128F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2" name="Forma Livre 87">
                  <a:extLst>
                    <a:ext uri="{FF2B5EF4-FFF2-40B4-BE49-F238E27FC236}">
                      <a16:creationId xmlns:a16="http://schemas.microsoft.com/office/drawing/2014/main" id="{25D30ABA-CC93-88D4-A485-5169829A30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3" name="Forma Livre 60">
                  <a:extLst>
                    <a:ext uri="{FF2B5EF4-FFF2-40B4-BE49-F238E27FC236}">
                      <a16:creationId xmlns:a16="http://schemas.microsoft.com/office/drawing/2014/main" id="{29AC5743-A154-5FCC-FEAF-BE181AAE36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4" name="Forma Livre 59">
                  <a:extLst>
                    <a:ext uri="{FF2B5EF4-FFF2-40B4-BE49-F238E27FC236}">
                      <a16:creationId xmlns:a16="http://schemas.microsoft.com/office/drawing/2014/main" id="{681BADEE-A841-F52B-17B4-6E4A98C1A2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5" name="Forma Livre 62">
                  <a:extLst>
                    <a:ext uri="{FF2B5EF4-FFF2-40B4-BE49-F238E27FC236}">
                      <a16:creationId xmlns:a16="http://schemas.microsoft.com/office/drawing/2014/main" id="{28F3F4EE-2767-57DC-FFD6-221AE42946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6" name="Forma Livre 65">
                  <a:extLst>
                    <a:ext uri="{FF2B5EF4-FFF2-40B4-BE49-F238E27FC236}">
                      <a16:creationId xmlns:a16="http://schemas.microsoft.com/office/drawing/2014/main" id="{746931C4-1A18-CF86-03DA-4556532DCE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7" name="Forma Livre 79">
                  <a:extLst>
                    <a:ext uri="{FF2B5EF4-FFF2-40B4-BE49-F238E27FC236}">
                      <a16:creationId xmlns:a16="http://schemas.microsoft.com/office/drawing/2014/main" id="{D35564E7-DC6F-8425-E29C-2F5EA5DFAC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8" name="Forma Livre 82">
                  <a:extLst>
                    <a:ext uri="{FF2B5EF4-FFF2-40B4-BE49-F238E27FC236}">
                      <a16:creationId xmlns:a16="http://schemas.microsoft.com/office/drawing/2014/main" id="{FFA6262B-6649-4668-D529-E5AE62F8CB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9" name="Forma Livre 85">
                  <a:extLst>
                    <a:ext uri="{FF2B5EF4-FFF2-40B4-BE49-F238E27FC236}">
                      <a16:creationId xmlns:a16="http://schemas.microsoft.com/office/drawing/2014/main" id="{D667FC97-3BF4-73D5-C740-F1BADD8492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0" name="Forma Livre 88">
                  <a:extLst>
                    <a:ext uri="{FF2B5EF4-FFF2-40B4-BE49-F238E27FC236}">
                      <a16:creationId xmlns:a16="http://schemas.microsoft.com/office/drawing/2014/main" id="{39AFE5D4-10B5-D30E-B59C-659A1DA9D9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61" name="Grupo 160">
                  <a:extLst>
                    <a:ext uri="{FF2B5EF4-FFF2-40B4-BE49-F238E27FC236}">
                      <a16:creationId xmlns:a16="http://schemas.microsoft.com/office/drawing/2014/main" id="{05094123-E398-E33E-CD6A-E33C26D5EFE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62" name="Linha 63">
                    <a:extLst>
                      <a:ext uri="{FF2B5EF4-FFF2-40B4-BE49-F238E27FC236}">
                        <a16:creationId xmlns:a16="http://schemas.microsoft.com/office/drawing/2014/main" id="{F906F588-65C1-A95A-7D85-7823D8E49E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3" name="Linha 66">
                    <a:extLst>
                      <a:ext uri="{FF2B5EF4-FFF2-40B4-BE49-F238E27FC236}">
                        <a16:creationId xmlns:a16="http://schemas.microsoft.com/office/drawing/2014/main" id="{C7B48C8D-F301-1161-3B2A-A6F3F21A72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4" name="Linha 67">
                    <a:extLst>
                      <a:ext uri="{FF2B5EF4-FFF2-40B4-BE49-F238E27FC236}">
                        <a16:creationId xmlns:a16="http://schemas.microsoft.com/office/drawing/2014/main" id="{C83AB526-0380-8BBB-6A23-3CD3262F5E6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5" name="Linha 80">
                    <a:extLst>
                      <a:ext uri="{FF2B5EF4-FFF2-40B4-BE49-F238E27FC236}">
                        <a16:creationId xmlns:a16="http://schemas.microsoft.com/office/drawing/2014/main" id="{5EE58A7A-AD13-F7C9-70E1-F6D6E56B5D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6" name="Linha 83">
                    <a:extLst>
                      <a:ext uri="{FF2B5EF4-FFF2-40B4-BE49-F238E27FC236}">
                        <a16:creationId xmlns:a16="http://schemas.microsoft.com/office/drawing/2014/main" id="{144196E9-A395-DE65-A45C-81D81910DB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7" name="Linha 86">
                    <a:extLst>
                      <a:ext uri="{FF2B5EF4-FFF2-40B4-BE49-F238E27FC236}">
                        <a16:creationId xmlns:a16="http://schemas.microsoft.com/office/drawing/2014/main" id="{68D7126B-C85D-5B82-C59F-10A413CBB1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8" name="Linha 89">
                    <a:extLst>
                      <a:ext uri="{FF2B5EF4-FFF2-40B4-BE49-F238E27FC236}">
                        <a16:creationId xmlns:a16="http://schemas.microsoft.com/office/drawing/2014/main" id="{9A4E43EC-4032-6D86-212F-F3A0B9CF91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21" name="Grupo 120">
                <a:extLst>
                  <a:ext uri="{FF2B5EF4-FFF2-40B4-BE49-F238E27FC236}">
                    <a16:creationId xmlns:a16="http://schemas.microsoft.com/office/drawing/2014/main" id="{CD296425-0AB8-127C-43F8-A90F1E01321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39" name="Grupo 138">
                  <a:extLst>
                    <a:ext uri="{FF2B5EF4-FFF2-40B4-BE49-F238E27FC236}">
                      <a16:creationId xmlns:a16="http://schemas.microsoft.com/office/drawing/2014/main" id="{D4DC2C04-D29B-6D72-B999-8E46497FA7C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3" name="Conector Reto 142">
                    <a:extLst>
                      <a:ext uri="{FF2B5EF4-FFF2-40B4-BE49-F238E27FC236}">
                        <a16:creationId xmlns:a16="http://schemas.microsoft.com/office/drawing/2014/main" id="{CC7EAE7E-C1F1-EEB7-A25F-EA14966764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4" name="Conector Reto 143">
                    <a:extLst>
                      <a:ext uri="{FF2B5EF4-FFF2-40B4-BE49-F238E27FC236}">
                        <a16:creationId xmlns:a16="http://schemas.microsoft.com/office/drawing/2014/main" id="{4BD5BDC2-9D03-CAC6-2B09-4A553F14CE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5" name="Retângulo 30">
                    <a:extLst>
                      <a:ext uri="{FF2B5EF4-FFF2-40B4-BE49-F238E27FC236}">
                        <a16:creationId xmlns:a16="http://schemas.microsoft.com/office/drawing/2014/main" id="{88FF3EC9-074C-FC25-DB58-B16C2A0BAC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6" name="Retângulo 30">
                    <a:extLst>
                      <a:ext uri="{FF2B5EF4-FFF2-40B4-BE49-F238E27FC236}">
                        <a16:creationId xmlns:a16="http://schemas.microsoft.com/office/drawing/2014/main" id="{39E899A9-72E6-25A1-D3A2-6584E8934D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40" name="Grupo 139">
                  <a:extLst>
                    <a:ext uri="{FF2B5EF4-FFF2-40B4-BE49-F238E27FC236}">
                      <a16:creationId xmlns:a16="http://schemas.microsoft.com/office/drawing/2014/main" id="{01038EE0-9CB5-9E90-77AC-83D62CEFC7C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1" name="Forma livre: Forma 117">
                    <a:extLst>
                      <a:ext uri="{FF2B5EF4-FFF2-40B4-BE49-F238E27FC236}">
                        <a16:creationId xmlns:a16="http://schemas.microsoft.com/office/drawing/2014/main" id="{F9E5FE40-2ED1-5300-A84C-6AD519A4D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42" name="Forma livre: Forma 118">
                    <a:extLst>
                      <a:ext uri="{FF2B5EF4-FFF2-40B4-BE49-F238E27FC236}">
                        <a16:creationId xmlns:a16="http://schemas.microsoft.com/office/drawing/2014/main" id="{F727641C-709A-3C6A-DEEA-A81AAB653E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22" name="Grupo 121">
                <a:extLst>
                  <a:ext uri="{FF2B5EF4-FFF2-40B4-BE49-F238E27FC236}">
                    <a16:creationId xmlns:a16="http://schemas.microsoft.com/office/drawing/2014/main" id="{B4972BE8-0D60-9BAA-43A0-BA26A49972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35" name="Grupo 134">
                  <a:extLst>
                    <a:ext uri="{FF2B5EF4-FFF2-40B4-BE49-F238E27FC236}">
                      <a16:creationId xmlns:a16="http://schemas.microsoft.com/office/drawing/2014/main" id="{5570ABE8-3EB4-3967-4970-17AB3AECC9F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7" name="Forma Livre 68">
                    <a:extLst>
                      <a:ext uri="{FF2B5EF4-FFF2-40B4-BE49-F238E27FC236}">
                        <a16:creationId xmlns:a16="http://schemas.microsoft.com/office/drawing/2014/main" id="{5F057121-AA6F-883F-1242-9B60696471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8" name="Forma Livre 69">
                    <a:extLst>
                      <a:ext uri="{FF2B5EF4-FFF2-40B4-BE49-F238E27FC236}">
                        <a16:creationId xmlns:a16="http://schemas.microsoft.com/office/drawing/2014/main" id="{D9688FA8-737B-59D3-C875-E2B9B81123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36" name="Linha 70">
                  <a:extLst>
                    <a:ext uri="{FF2B5EF4-FFF2-40B4-BE49-F238E27FC236}">
                      <a16:creationId xmlns:a16="http://schemas.microsoft.com/office/drawing/2014/main" id="{DED5EA3C-9F4E-C16B-4E39-7F7F8A1AD4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23" name="Grupo 122">
                <a:extLst>
                  <a:ext uri="{FF2B5EF4-FFF2-40B4-BE49-F238E27FC236}">
                    <a16:creationId xmlns:a16="http://schemas.microsoft.com/office/drawing/2014/main" id="{5242D868-5EFB-87A7-16BF-87544B7D860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32" name="Forma Livre 68">
                  <a:extLst>
                    <a:ext uri="{FF2B5EF4-FFF2-40B4-BE49-F238E27FC236}">
                      <a16:creationId xmlns:a16="http://schemas.microsoft.com/office/drawing/2014/main" id="{F911D4FD-5089-A4B9-DEA2-A76FFFC84D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3" name="Forma Livre 69">
                  <a:extLst>
                    <a:ext uri="{FF2B5EF4-FFF2-40B4-BE49-F238E27FC236}">
                      <a16:creationId xmlns:a16="http://schemas.microsoft.com/office/drawing/2014/main" id="{E3ED5AC6-D981-F8EF-9830-C761D103B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4" name="Linha 70">
                  <a:extLst>
                    <a:ext uri="{FF2B5EF4-FFF2-40B4-BE49-F238E27FC236}">
                      <a16:creationId xmlns:a16="http://schemas.microsoft.com/office/drawing/2014/main" id="{1DAFB1A1-4AEE-55C5-13C7-9224BBCE28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24" name="Grupo 123">
                <a:extLst>
                  <a:ext uri="{FF2B5EF4-FFF2-40B4-BE49-F238E27FC236}">
                    <a16:creationId xmlns:a16="http://schemas.microsoft.com/office/drawing/2014/main" id="{2A5BEE8B-C4E7-B107-2F0B-699E90200DD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25" name="Grupo 124">
                  <a:extLst>
                    <a:ext uri="{FF2B5EF4-FFF2-40B4-BE49-F238E27FC236}">
                      <a16:creationId xmlns:a16="http://schemas.microsoft.com/office/drawing/2014/main" id="{C43E0A6E-6B6F-74EE-708A-AEE7D39684B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30" name="Forma livre: Forma 106">
                    <a:extLst>
                      <a:ext uri="{FF2B5EF4-FFF2-40B4-BE49-F238E27FC236}">
                        <a16:creationId xmlns:a16="http://schemas.microsoft.com/office/drawing/2014/main" id="{202F0004-9E7A-EDC8-7190-B58E2C7567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31" name="Forma livre: Forma 107">
                    <a:extLst>
                      <a:ext uri="{FF2B5EF4-FFF2-40B4-BE49-F238E27FC236}">
                        <a16:creationId xmlns:a16="http://schemas.microsoft.com/office/drawing/2014/main" id="{BF68E52D-6265-2C67-83F4-7F5C62B432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nvGrpSpPr>
                <p:cNvPr id="126" name="Grupo 125">
                  <a:extLst>
                    <a:ext uri="{FF2B5EF4-FFF2-40B4-BE49-F238E27FC236}">
                      <a16:creationId xmlns:a16="http://schemas.microsoft.com/office/drawing/2014/main" id="{B934C651-3097-4194-E207-2436245C008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27" name="Conector Reto 126">
                    <a:extLst>
                      <a:ext uri="{FF2B5EF4-FFF2-40B4-BE49-F238E27FC236}">
                        <a16:creationId xmlns:a16="http://schemas.microsoft.com/office/drawing/2014/main" id="{6A0391E8-EAB8-B919-813B-67A4553D12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8" name="Retângulo 5">
                    <a:extLst>
                      <a:ext uri="{FF2B5EF4-FFF2-40B4-BE49-F238E27FC236}">
                        <a16:creationId xmlns:a16="http://schemas.microsoft.com/office/drawing/2014/main" id="{4446A80D-C627-5EBA-4FDC-87843C1B9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9" name="Retângulo 5">
                    <a:extLst>
                      <a:ext uri="{FF2B5EF4-FFF2-40B4-BE49-F238E27FC236}">
                        <a16:creationId xmlns:a16="http://schemas.microsoft.com/office/drawing/2014/main" id="{596DA4E3-F86C-392A-FB48-242DBC2B34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grpSp>
      </p:grpSp>
      <p:cxnSp>
        <p:nvCxnSpPr>
          <p:cNvPr id="225" name="Conector Reto 224">
            <a:extLst>
              <a:ext uri="{FF2B5EF4-FFF2-40B4-BE49-F238E27FC236}">
                <a16:creationId xmlns:a16="http://schemas.microsoft.com/office/drawing/2014/main" id="{F4F7DFB7-6644-F749-AE35-A9995E17A7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422640" y="382695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Espaço Reservado para Data 2">
            <a:extLst>
              <a:ext uri="{FF2B5EF4-FFF2-40B4-BE49-F238E27FC236}">
                <a16:creationId xmlns:a16="http://schemas.microsoft.com/office/drawing/2014/main" id="{FE0527B5-848A-99B7-DEBB-77812ED065B7}"/>
              </a:ext>
            </a:extLst>
          </p:cNvPr>
          <p:cNvSpPr>
            <a:spLocks noGrp="1"/>
          </p:cNvSpPr>
          <p:nvPr>
            <p:ph type="dt" sz="half" idx="15"/>
          </p:nvPr>
        </p:nvSpPr>
        <p:spPr/>
        <p:txBody>
          <a:bodyPr rtlCol="0"/>
          <a:lstStyle>
            <a:lvl1pPr>
              <a:defRPr>
                <a:solidFill>
                  <a:schemeClr val="bg1">
                    <a:lumMod val="65000"/>
                    <a:lumOff val="35000"/>
                  </a:schemeClr>
                </a:solidFill>
              </a:defRPr>
            </a:lvl1pPr>
          </a:lstStyle>
          <a:p>
            <a:pPr rtl="0"/>
            <a:r>
              <a:rPr lang="pt-br"/>
              <a:t>20XX</a:t>
            </a:r>
            <a:endParaRPr lang="en-US"/>
          </a:p>
        </p:txBody>
      </p:sp>
      <p:sp>
        <p:nvSpPr>
          <p:cNvPr id="8" name="Espaço Reservado para Rodapé 7">
            <a:extLst>
              <a:ext uri="{FF2B5EF4-FFF2-40B4-BE49-F238E27FC236}">
                <a16:creationId xmlns:a16="http://schemas.microsoft.com/office/drawing/2014/main" id="{346F9B00-4E40-FD83-0F7C-54512E970C4E}"/>
              </a:ext>
            </a:extLst>
          </p:cNvPr>
          <p:cNvSpPr>
            <a:spLocks noGrp="1"/>
          </p:cNvSpPr>
          <p:nvPr>
            <p:ph type="ftr" sz="quarter" idx="16"/>
          </p:nvPr>
        </p:nvSpPr>
        <p:spPr/>
        <p:txBody>
          <a:bodyPr rtlCol="0"/>
          <a:lstStyle>
            <a:lvl1pPr>
              <a:defRPr>
                <a:solidFill>
                  <a:schemeClr val="bg1">
                    <a:lumMod val="65000"/>
                    <a:lumOff val="35000"/>
                  </a:schemeClr>
                </a:solidFill>
              </a:defRPr>
            </a:lvl1pPr>
          </a:lstStyle>
          <a:p>
            <a:pPr rtl="0"/>
            <a:r>
              <a:rPr lang="pt-br"/>
              <a:t>Amostra de Texto de Rodapé</a:t>
            </a:r>
            <a:endParaRPr lang="en-US"/>
          </a:p>
        </p:txBody>
      </p:sp>
      <p:sp>
        <p:nvSpPr>
          <p:cNvPr id="9" name="Espaço Reservado para o Número do Slide 8">
            <a:extLst>
              <a:ext uri="{FF2B5EF4-FFF2-40B4-BE49-F238E27FC236}">
                <a16:creationId xmlns:a16="http://schemas.microsoft.com/office/drawing/2014/main" id="{F981FECC-BA25-A5B2-A345-A3E65C8683FD}"/>
              </a:ext>
            </a:extLst>
          </p:cNvPr>
          <p:cNvSpPr>
            <a:spLocks noGrp="1"/>
          </p:cNvSpPr>
          <p:nvPr>
            <p:ph type="sldNum" sz="quarter" idx="17"/>
          </p:nvPr>
        </p:nvSpPr>
        <p:spPr/>
        <p:txBody>
          <a:bodyPr rtlCol="0"/>
          <a:lstStyle>
            <a:lvl1pPr>
              <a:defRPr>
                <a:solidFill>
                  <a:schemeClr val="bg1">
                    <a:lumMod val="65000"/>
                    <a:lumOff val="35000"/>
                  </a:schemeClr>
                </a:solidFill>
              </a:defRPr>
            </a:lvl1pPr>
          </a:lstStyle>
          <a:p>
            <a:pPr rtl="0"/>
            <a:fld id="{CC057153-B650-4DEB-B370-79DDCFDCE934}" type="slidenum">
              <a:rPr lang="en-US" smtClean="0"/>
              <a:pPr/>
              <a:t/>
            </a:fld>
            <a:endParaRPr lang="en-US"/>
          </a:p>
        </p:txBody>
      </p:sp>
      <p:sp>
        <p:nvSpPr>
          <p:cNvPr id="7" name="Espaço Reservado para Conteúdo 6">
            <a:extLst>
              <a:ext uri="{FF2B5EF4-FFF2-40B4-BE49-F238E27FC236}">
                <a16:creationId xmlns:a16="http://schemas.microsoft.com/office/drawing/2014/main" id="{053FFEDA-E57B-DF13-2394-A1514E15F85A}"/>
              </a:ext>
            </a:extLst>
          </p:cNvPr>
          <p:cNvSpPr>
            <a:spLocks noGrp="1"/>
          </p:cNvSpPr>
          <p:nvPr>
            <p:ph sz="quarter" idx="14"/>
          </p:nvPr>
        </p:nvSpPr>
        <p:spPr>
          <a:xfrm>
            <a:off x="7626096" y="4059723"/>
            <a:ext cx="4133088" cy="2103120"/>
          </a:xfrm>
        </p:spPr>
        <p:txBody>
          <a:bodyPr rtlCol="0">
            <a:noAutofit/>
          </a:bodyPr>
          <a:lstStyle>
            <a:lvl1pPr marL="0" indent="0" algn="ctr">
              <a:buNone/>
              <a:defRPr sz="1800">
                <a:solidFill>
                  <a:schemeClr val="bg1">
                    <a:lumMod val="65000"/>
                    <a:lumOff val="35000"/>
                  </a:schemeClr>
                </a:solidFill>
              </a:defRPr>
            </a:lvl1pPr>
            <a:lvl2pPr marL="228600" indent="0" algn="ctr">
              <a:buNone/>
              <a:defRPr sz="1800">
                <a:solidFill>
                  <a:schemeClr val="bg1">
                    <a:lumMod val="65000"/>
                    <a:lumOff val="35000"/>
                  </a:schemeClr>
                </a:solidFill>
              </a:defRPr>
            </a:lvl2pPr>
            <a:lvl3pPr marL="457200" indent="0" algn="ctr">
              <a:buNone/>
              <a:defRPr sz="1800">
                <a:solidFill>
                  <a:schemeClr val="bg1">
                    <a:lumMod val="65000"/>
                    <a:lumOff val="35000"/>
                  </a:schemeClr>
                </a:solidFill>
              </a:defRPr>
            </a:lvl3pPr>
            <a:lvl4pPr marL="685800" indent="0" algn="ctr">
              <a:buNone/>
              <a:defRPr sz="1800">
                <a:solidFill>
                  <a:schemeClr val="bg1">
                    <a:lumMod val="65000"/>
                    <a:lumOff val="35000"/>
                  </a:schemeClr>
                </a:solidFill>
              </a:defRPr>
            </a:lvl4pPr>
            <a:lvl5pPr marL="914400" indent="0" algn="ctr">
              <a:buNone/>
              <a:defRPr sz="1800">
                <a:solidFill>
                  <a:schemeClr val="bg1">
                    <a:lumMod val="65000"/>
                    <a:lumOff val="35000"/>
                  </a:schemeClr>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7626096" y="548640"/>
            <a:ext cx="4133088" cy="2986385"/>
          </a:xfrm>
        </p:spPr>
        <p:txBody>
          <a:bodyPr rtlCol="0" anchor="b">
            <a:noAutofit/>
          </a:bodyPr>
          <a:lstStyle>
            <a:lvl1pPr algn="ctr">
              <a:defRPr sz="4000">
                <a:solidFill>
                  <a:schemeClr val="bg1">
                    <a:lumMod val="75000"/>
                    <a:lumOff val="25000"/>
                  </a:schemeClr>
                </a:solidFill>
              </a:defRPr>
            </a:lvl1pPr>
          </a:lstStyle>
          <a:p>
            <a:pPr rtl="0"/>
            <a:r>
              <a:rPr lang="pt-br"/>
              <a:t>Clique para editar o estilo de título Mestre</a:t>
            </a:r>
            <a:endParaRPr lang="en-US"/>
          </a:p>
        </p:txBody>
      </p:sp>
    </p:spTree>
    <p:extLst>
      <p:ext uri="{BB962C8B-B14F-4D97-AF65-F5344CB8AC3E}">
        <p14:creationId xmlns:p14="http://schemas.microsoft.com/office/powerpoint/2010/main" val="2943620680"/>
      </p:ext>
    </p:extLst>
  </p:cSld>
  <p:clrMapOvr>
    <a:overrideClrMapping bg1="dk1" tx1="lt1" bg2="dk2" tx2="lt2" accent1="accent1" accent2="accent2" accent3="accent3" accent4="accent4" accent5="accent5" accent6="accent6" hlink="hlink" folHlink="folHlink"/>
  </p:clrMapOvr>
</p:sldLayout>
</file>

<file path=ppt/slideMasters/_rels/slideMaster_80000000_38072686.xml.rels><?xml version="1.0" encoding="UTF-8" standalone="yes"?>
<Relationships xmlns="http://schemas.openxmlformats.org/package/2006/relationships"><Relationship Id="rId13" Type="http://schemas.openxmlformats.org/officeDocument/2006/relationships/slideLayout" Target="../slideLayouts/slideLayout_80000019_E8375F4.xml"/><Relationship Id="rId18" Type="http://schemas.openxmlformats.org/officeDocument/2006/relationships/slideLayout" Target="../slideLayouts/slideLayout_8000001E_3F13E703.xml"/><Relationship Id="rId26" Type="http://schemas.openxmlformats.org/officeDocument/2006/relationships/slideLayout" Target="../slideLayouts/slideLayout_80000026_820DB9D6.xml"/><Relationship Id="rId39" Type="http://schemas.openxmlformats.org/officeDocument/2006/relationships/slideLayout" Target="../slideLayouts/slideLayout_80000033_FF185234.xml"/><Relationship Id="rId21" Type="http://schemas.openxmlformats.org/officeDocument/2006/relationships/slideLayout" Target="../slideLayouts/slideLayout_80000021_ADBEA9FE.xml"/><Relationship Id="rId34" Type="http://schemas.openxmlformats.org/officeDocument/2006/relationships/slideLayout" Target="../slideLayouts/slideLayout_8000002E_8925A9D3.xml"/><Relationship Id="rId42" Type="http://schemas.openxmlformats.org/officeDocument/2006/relationships/slideLayout" Target="../slideLayouts/slideLayout_80000036_6D3F886D.xml"/><Relationship Id="rId47" Type="http://schemas.openxmlformats.org/officeDocument/2006/relationships/slideLayout" Target="../slideLayouts/slideLayout_8000003B_1C993ACC.xml"/><Relationship Id="rId50" Type="http://schemas.openxmlformats.org/officeDocument/2006/relationships/slideLayout" Target="../slideLayouts/slideLayout_8000003E_F11A484A.xml"/><Relationship Id="rId55" Type="http://schemas.openxmlformats.org/officeDocument/2006/relationships/slideLayout" Target="../slideLayouts/slideLayout_80000043_D4A21222.xml"/><Relationship Id="rId7" Type="http://schemas.openxmlformats.org/officeDocument/2006/relationships/slideLayout" Target="../slideLayouts/slideLayout_80000007_AE5C4509.xml"/><Relationship Id="rId2" Type="http://schemas.openxmlformats.org/officeDocument/2006/relationships/slideLayout" Target="../slideLayouts/slideLayout_80000002_7056F9D9.xml"/><Relationship Id="rId16" Type="http://schemas.openxmlformats.org/officeDocument/2006/relationships/slideLayout" Target="../slideLayouts/slideLayout_8000001C_7E0B5895.xml"/><Relationship Id="rId29" Type="http://schemas.openxmlformats.org/officeDocument/2006/relationships/slideLayout" Target="../slideLayouts/slideLayout_80000029_97444733.xml"/><Relationship Id="rId11" Type="http://schemas.openxmlformats.org/officeDocument/2006/relationships/slideLayout" Target="../slideLayouts/slideLayout_8000000B_5D7A67AA.xml"/><Relationship Id="rId24" Type="http://schemas.openxmlformats.org/officeDocument/2006/relationships/slideLayout" Target="../slideLayouts/slideLayout_80000024_BCAF06CE.xml"/><Relationship Id="rId32" Type="http://schemas.openxmlformats.org/officeDocument/2006/relationships/slideLayout" Target="../slideLayouts/slideLayout_8000002C_9366B24A.xml"/><Relationship Id="rId37" Type="http://schemas.openxmlformats.org/officeDocument/2006/relationships/slideLayout" Target="../slideLayouts/slideLayout_80000031_AFB880B3.xml"/><Relationship Id="rId40" Type="http://schemas.openxmlformats.org/officeDocument/2006/relationships/slideLayout" Target="../slideLayouts/slideLayout_80000034_862C561A.xml"/><Relationship Id="rId45" Type="http://schemas.openxmlformats.org/officeDocument/2006/relationships/slideLayout" Target="../slideLayouts/slideLayout_80000039_E87707A5.xml"/><Relationship Id="rId53" Type="http://schemas.openxmlformats.org/officeDocument/2006/relationships/slideLayout" Target="../slideLayouts/slideLayout_80000041_1C4C3ED0.xml"/><Relationship Id="rId58" Type="http://schemas.openxmlformats.org/officeDocument/2006/relationships/slideLayout" Target="../slideLayouts/slideLayout_80000046_AF741648.xml"/><Relationship Id="rId5" Type="http://schemas.openxmlformats.org/officeDocument/2006/relationships/slideLayout" Target="../slideLayouts/slideLayout_80000005_C6DB6F6.xml"/><Relationship Id="rId19" Type="http://schemas.openxmlformats.org/officeDocument/2006/relationships/slideLayout" Target="../slideLayouts/slideLayout_8000001F_61D704BE.xml"/><Relationship Id="rId4" Type="http://schemas.openxmlformats.org/officeDocument/2006/relationships/slideLayout" Target="../slideLayouts/slideLayout_80000004_460356DE.xml"/><Relationship Id="rId9" Type="http://schemas.openxmlformats.org/officeDocument/2006/relationships/slideLayout" Target="../slideLayouts/slideLayout_80000009_940A3481.xml"/><Relationship Id="rId14" Type="http://schemas.openxmlformats.org/officeDocument/2006/relationships/slideLayout" Target="../slideLayouts/slideLayout_8000001A_B6BD6E.xml"/><Relationship Id="rId22" Type="http://schemas.openxmlformats.org/officeDocument/2006/relationships/slideLayout" Target="../slideLayouts/slideLayout_80000022_12361E4F.xml"/><Relationship Id="rId27" Type="http://schemas.openxmlformats.org/officeDocument/2006/relationships/slideLayout" Target="../slideLayouts/slideLayout_80000027_418CE26A.xml"/><Relationship Id="rId30" Type="http://schemas.openxmlformats.org/officeDocument/2006/relationships/slideLayout" Target="../slideLayouts/slideLayout_8000002A_C10143ED.xml"/><Relationship Id="rId35" Type="http://schemas.openxmlformats.org/officeDocument/2006/relationships/slideLayout" Target="../slideLayouts/slideLayout_8000002F_970CC5FB.xml"/><Relationship Id="rId43" Type="http://schemas.openxmlformats.org/officeDocument/2006/relationships/slideLayout" Target="../slideLayouts/slideLayout_80000037_2EBC12EC.xml"/><Relationship Id="rId48" Type="http://schemas.openxmlformats.org/officeDocument/2006/relationships/slideLayout" Target="../slideLayouts/slideLayout_8000003C_72D583A3.xml"/><Relationship Id="rId56" Type="http://schemas.openxmlformats.org/officeDocument/2006/relationships/slideLayout" Target="../slideLayouts/slideLayout_80000044_5BE7564F.xml"/><Relationship Id="rId8" Type="http://schemas.openxmlformats.org/officeDocument/2006/relationships/slideLayout" Target="../slideLayouts/slideLayout_80000008_DD0C949A.xml"/><Relationship Id="rId51" Type="http://schemas.openxmlformats.org/officeDocument/2006/relationships/slideLayout" Target="../slideLayouts/slideLayout_8000003F_772E654E.xml"/><Relationship Id="rId3" Type="http://schemas.openxmlformats.org/officeDocument/2006/relationships/slideLayout" Target="../slideLayouts/slideLayout_80000003_CF9EAEF2.xml"/><Relationship Id="rId12" Type="http://schemas.openxmlformats.org/officeDocument/2006/relationships/slideLayout" Target="../slideLayouts/slideLayout_80000018_36F5C743.xml"/><Relationship Id="rId17" Type="http://schemas.openxmlformats.org/officeDocument/2006/relationships/slideLayout" Target="../slideLayouts/slideLayout_8000001D_4A52546A.xml"/><Relationship Id="rId25" Type="http://schemas.openxmlformats.org/officeDocument/2006/relationships/slideLayout" Target="../slideLayouts/slideLayout_80000025_5035C47E.xml"/><Relationship Id="rId33" Type="http://schemas.openxmlformats.org/officeDocument/2006/relationships/slideLayout" Target="../slideLayouts/slideLayout_8000002D_7F251CF5.xml"/><Relationship Id="rId38" Type="http://schemas.openxmlformats.org/officeDocument/2006/relationships/slideLayout" Target="../slideLayouts/slideLayout_80000032_993C4BBD.xml"/><Relationship Id="rId46" Type="http://schemas.openxmlformats.org/officeDocument/2006/relationships/slideLayout" Target="../slideLayouts/slideLayout_8000003A_3689D5C5.xml"/><Relationship Id="rId59" Type="http://schemas.openxmlformats.org/officeDocument/2006/relationships/theme" Target="../theme/theme_80000000_38072686.xml"/><Relationship Id="rId20" Type="http://schemas.openxmlformats.org/officeDocument/2006/relationships/slideLayout" Target="../slideLayouts/slideLayout_80000020_87B783A.xml"/><Relationship Id="rId41" Type="http://schemas.openxmlformats.org/officeDocument/2006/relationships/slideLayout" Target="../slideLayouts/slideLayout_80000035_9AC13D68.xml"/><Relationship Id="rId54" Type="http://schemas.openxmlformats.org/officeDocument/2006/relationships/slideLayout" Target="../slideLayouts/slideLayout_80000042_17237103.xml"/><Relationship Id="rId1" Type="http://schemas.openxmlformats.org/officeDocument/2006/relationships/slideLayout" Target="../slideLayouts/slideLayout_80000001_5D8585A7.xml"/><Relationship Id="rId6" Type="http://schemas.openxmlformats.org/officeDocument/2006/relationships/slideLayout" Target="../slideLayouts/slideLayout_80000006_E4BC20BB.xml"/><Relationship Id="rId15" Type="http://schemas.openxmlformats.org/officeDocument/2006/relationships/slideLayout" Target="../slideLayouts/slideLayout_8000001B_80CD833A.xml"/><Relationship Id="rId23" Type="http://schemas.openxmlformats.org/officeDocument/2006/relationships/slideLayout" Target="../slideLayouts/slideLayout_80000023_D3311595.xml"/><Relationship Id="rId28" Type="http://schemas.openxmlformats.org/officeDocument/2006/relationships/slideLayout" Target="../slideLayouts/slideLayout_80000028_216044A1.xml"/><Relationship Id="rId36" Type="http://schemas.openxmlformats.org/officeDocument/2006/relationships/slideLayout" Target="../slideLayouts/slideLayout_80000030_70C8DAEA.xml"/><Relationship Id="rId49" Type="http://schemas.openxmlformats.org/officeDocument/2006/relationships/slideLayout" Target="../slideLayouts/slideLayout_8000003D_E4FCF432.xml"/><Relationship Id="rId57" Type="http://schemas.openxmlformats.org/officeDocument/2006/relationships/slideLayout" Target="../slideLayouts/slideLayout_80000045_43B50914.xml"/><Relationship Id="rId10" Type="http://schemas.openxmlformats.org/officeDocument/2006/relationships/slideLayout" Target="../slideLayouts/slideLayout_8000000A_43FA0933.xml"/><Relationship Id="rId31" Type="http://schemas.openxmlformats.org/officeDocument/2006/relationships/slideLayout" Target="../slideLayouts/slideLayout_8000002B_40CAA730.xml"/><Relationship Id="rId44" Type="http://schemas.openxmlformats.org/officeDocument/2006/relationships/slideLayout" Target="../slideLayouts/slideLayout_80000038_598189E3.xml"/><Relationship Id="rId52" Type="http://schemas.openxmlformats.org/officeDocument/2006/relationships/slideLayout" Target="../slideLayouts/slideLayout_80000040_8A588AA7.xml"/></Relationships>
</file>

<file path=ppt/slideMasters/slideMaster_80000000_3807268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b" anchorCtr="0">
            <a:normAutofit/>
          </a:bodyPr>
          <a:lstStyle/>
          <a:p>
            <a:pPr rtl="0"/>
            <a:r>
              <a:rPr lang="pt-br"/>
              <a:t>Clique para editar o estilo de título Mestre</a:t>
            </a:r>
            <a:endParaRPr lang="en-US"/>
          </a:p>
        </p:txBody>
      </p:sp>
      <p:sp>
        <p:nvSpPr>
          <p:cNvPr id="3" name="Espaço Reservado para Texto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4" name="Espaço Reservado para Data 3">
            <a:extLst>
              <a:ext uri="{FF2B5EF4-FFF2-40B4-BE49-F238E27FC236}">
                <a16:creationId xmlns:a16="http://schemas.microsoft.com/office/drawing/2014/main" id="{3995753E-AF8A-7E04-8A1A-205B755A0215}"/>
              </a:ext>
            </a:extLst>
          </p:cNvPr>
          <p:cNvSpPr>
            <a:spLocks noGrp="1"/>
          </p:cNvSpPr>
          <p:nvPr>
            <p:ph type="dt" sz="half" idx="2"/>
          </p:nvPr>
        </p:nvSpPr>
        <p:spPr>
          <a:xfrm>
            <a:off x="612648" y="6355080"/>
            <a:ext cx="1764792" cy="457200"/>
          </a:xfrm>
          <a:prstGeom prst="rect">
            <a:avLst/>
          </a:prstGeom>
        </p:spPr>
        <p:txBody>
          <a:bodyPr vert="horz" lIns="91440" tIns="45720" rIns="91440" bIns="45720" rtlCol="0" anchor="ctr"/>
          <a:lstStyle>
            <a:lvl1pPr algn="l">
              <a:defRPr sz="1000">
                <a:solidFill>
                  <a:schemeClr val="tx1">
                    <a:lumMod val="65000"/>
                    <a:lumOff val="35000"/>
                  </a:schemeClr>
                </a:solidFill>
                <a:latin typeface="Goudy Old Style" panose="02020502050305020303" pitchFamily="18" charset="77"/>
              </a:defRPr>
            </a:lvl1pPr>
          </a:lstStyle>
          <a:p>
            <a:pPr rtl="0"/>
            <a:r>
              <a:rPr lang="pt-br"/>
              <a:t>20XX</a:t>
            </a:r>
            <a:endParaRPr lang="en-US"/>
          </a:p>
        </p:txBody>
      </p:sp>
      <p:sp>
        <p:nvSpPr>
          <p:cNvPr id="5" name="Espaço Reservado para Rodapé 4">
            <a:extLst>
              <a:ext uri="{FF2B5EF4-FFF2-40B4-BE49-F238E27FC236}">
                <a16:creationId xmlns:a16="http://schemas.microsoft.com/office/drawing/2014/main" id="{D4E1B7C8-DA74-800B-EE14-A39E9DB32DE4}"/>
              </a:ext>
            </a:extLst>
          </p:cNvPr>
          <p:cNvSpPr>
            <a:spLocks noGrp="1"/>
          </p:cNvSpPr>
          <p:nvPr>
            <p:ph type="ftr" sz="quarter" idx="3"/>
          </p:nvPr>
        </p:nvSpPr>
        <p:spPr>
          <a:xfrm>
            <a:off x="2753868" y="6355080"/>
            <a:ext cx="6684264" cy="457200"/>
          </a:xfrm>
          <a:prstGeom prst="rect">
            <a:avLst/>
          </a:prstGeom>
        </p:spPr>
        <p:txBody>
          <a:bodyPr vert="horz" lIns="91440" tIns="45720" rIns="91440" bIns="45720" rtlCol="0" anchor="ctr"/>
          <a:lstStyle>
            <a:lvl1pPr algn="ctr">
              <a:defRPr sz="1000" cap="all" spc="300" baseline="0">
                <a:solidFill>
                  <a:schemeClr val="tx1">
                    <a:lumMod val="65000"/>
                    <a:lumOff val="35000"/>
                  </a:schemeClr>
                </a:solidFill>
                <a:latin typeface="Goudy Old Style" panose="02020502050305020303" pitchFamily="18" charset="77"/>
              </a:defRPr>
            </a:lvl1pPr>
          </a:lstStyle>
          <a:p>
            <a:pPr rtl="0"/>
            <a:r>
              <a:rPr lang="pt-br"/>
              <a:t>Exemplo de Texto de Rodapé</a:t>
            </a:r>
            <a:endParaRPr lang="en-US"/>
          </a:p>
        </p:txBody>
      </p:sp>
      <p:sp>
        <p:nvSpPr>
          <p:cNvPr id="6" name="Espaço Reservado para o Número do Slide 5">
            <a:extLst>
              <a:ext uri="{FF2B5EF4-FFF2-40B4-BE49-F238E27FC236}">
                <a16:creationId xmlns:a16="http://schemas.microsoft.com/office/drawing/2014/main" id="{7AC1647D-0DF0-CA1B-F723-EF7B8F508DB7}"/>
              </a:ext>
            </a:extLst>
          </p:cNvPr>
          <p:cNvSpPr>
            <a:spLocks noGrp="1"/>
          </p:cNvSpPr>
          <p:nvPr>
            <p:ph type="sldNum" sz="quarter" idx="4"/>
          </p:nvPr>
        </p:nvSpPr>
        <p:spPr>
          <a:xfrm>
            <a:off x="9901027" y="6355080"/>
            <a:ext cx="1764792" cy="457200"/>
          </a:xfrm>
          <a:prstGeom prst="rect">
            <a:avLst/>
          </a:prstGeom>
        </p:spPr>
        <p:txBody>
          <a:bodyPr vert="horz" lIns="91440" tIns="45720" rIns="91440" bIns="45720" rtlCol="0" anchor="ctr"/>
          <a:lstStyle>
            <a:lvl1pPr algn="r">
              <a:defRPr sz="1000">
                <a:solidFill>
                  <a:schemeClr val="tx1">
                    <a:lumMod val="65000"/>
                    <a:lumOff val="35000"/>
                  </a:schemeClr>
                </a:solidFill>
                <a:latin typeface="Goudy Old Style" panose="02020502050305020303" pitchFamily="18" charset="77"/>
              </a:defRPr>
            </a:lvl1pPr>
          </a:lstStyle>
          <a:p>
            <a:pPr rtl="0"/>
            <a:fld id="{CC057153-B650-4DEB-B370-79DDCFDCE934}" type="slidenum">
              <a:rPr lang="en-US" smtClean="0"/>
              <a:pPr/>
              <a:t/>
            </a:fld>
            <a:endParaRPr lang="en-US"/>
          </a:p>
        </p:txBody>
      </p:sp>
    </p:spTree>
    <p:extLst>
      <p:ext uri="{BB962C8B-B14F-4D97-AF65-F5344CB8AC3E}">
        <p14:creationId xmlns:p14="http://schemas.microsoft.com/office/powerpoint/2010/main" val="93999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hf sldNum="0" hdr="0" ftr="0" dt="0"/>
  <p:txStyles>
    <p:titleStyle>
      <a:lvl1pPr algn="l" defTabSz="914400" rtl="0" eaLnBrk="1" latinLnBrk="0" hangingPunct="1">
        <a:lnSpc>
          <a:spcPct val="90000"/>
        </a:lnSpc>
        <a:spcBef>
          <a:spcPct val="0"/>
        </a:spcBef>
        <a:buNone/>
        <a:defRPr sz="3200" b="0" i="0" kern="1200" cap="all" spc="0" baseline="0">
          <a:solidFill>
            <a:schemeClr val="tx1">
              <a:lumMod val="75000"/>
              <a:lumOff val="25000"/>
            </a:schemeClr>
          </a:solidFill>
          <a:latin typeface="Batang" panose="02030600000101010101" pitchFamily="18" charset="-127"/>
          <a:ea typeface="Batang" panose="02030600000101010101" pitchFamily="18" charset="-127"/>
          <a:cs typeface="+mj-cs"/>
        </a:defRPr>
      </a:lvl1pPr>
    </p:titleStyle>
    <p:bodyStyle>
      <a:lvl1pPr marL="356616" indent="-356616" algn="l" defTabSz="914400" rtl="0" eaLnBrk="1" latinLnBrk="0" hangingPunct="1">
        <a:lnSpc>
          <a:spcPct val="150000"/>
        </a:lnSpc>
        <a:spcBef>
          <a:spcPts val="500"/>
        </a:spcBef>
        <a:buClr>
          <a:schemeClr val="accent3"/>
        </a:buClr>
        <a:buSzPct val="70000"/>
        <a:buFont typeface="Arial" panose="020B0604020202020204" pitchFamily="34" charset="0"/>
        <a:buChar char="•"/>
        <a:defRPr sz="1800" kern="1200" spc="50" baseline="0">
          <a:solidFill>
            <a:schemeClr val="tx1">
              <a:lumMod val="65000"/>
              <a:lumOff val="35000"/>
            </a:schemeClr>
          </a:solidFill>
          <a:latin typeface="Avenir Next LT Pro" panose="020B0504020202020204" pitchFamily="34" charset="77"/>
          <a:ea typeface="+mn-ea"/>
          <a:cs typeface="+mn-cs"/>
        </a:defRPr>
      </a:lvl1pPr>
      <a:lvl2pPr marL="356616" indent="0" algn="l" defTabSz="914400" rtl="0" eaLnBrk="1" latinLnBrk="0" hangingPunct="1">
        <a:lnSpc>
          <a:spcPct val="150000"/>
        </a:lnSpc>
        <a:spcBef>
          <a:spcPts val="500"/>
        </a:spcBef>
        <a:buFontTx/>
        <a:buNone/>
        <a:defRPr sz="1800" i="1" kern="1200" spc="50" baseline="0">
          <a:solidFill>
            <a:schemeClr val="tx1">
              <a:lumMod val="65000"/>
              <a:lumOff val="35000"/>
            </a:schemeClr>
          </a:solidFill>
          <a:latin typeface="Avenir Next LT Pro" panose="020B0504020202020204" pitchFamily="34" charset="77"/>
          <a:ea typeface="+mn-ea"/>
          <a:cs typeface="+mn-cs"/>
        </a:defRPr>
      </a:lvl2pPr>
      <a:lvl3pPr marL="1078992" indent="-356616" algn="l" defTabSz="914400" rtl="0" eaLnBrk="1" latinLnBrk="0" hangingPunct="1">
        <a:lnSpc>
          <a:spcPct val="150000"/>
        </a:lnSpc>
        <a:spcBef>
          <a:spcPts val="500"/>
        </a:spcBef>
        <a:buClr>
          <a:schemeClr val="accent3"/>
        </a:buClr>
        <a:buSzPct val="70000"/>
        <a:buFont typeface="Arial" panose="020B0604020202020204" pitchFamily="34" charset="0"/>
        <a:buChar char="•"/>
        <a:defRPr sz="1800" kern="1200" spc="50" baseline="0">
          <a:solidFill>
            <a:schemeClr val="tx1">
              <a:lumMod val="65000"/>
              <a:lumOff val="35000"/>
            </a:schemeClr>
          </a:solidFill>
          <a:latin typeface="Avenir Next LT Pro" panose="020B0504020202020204" pitchFamily="34" charset="77"/>
          <a:ea typeface="+mn-ea"/>
          <a:cs typeface="+mn-cs"/>
        </a:defRPr>
      </a:lvl3pPr>
      <a:lvl4pPr marL="1078992" indent="0" algn="l" defTabSz="914400" rtl="0" eaLnBrk="1" latinLnBrk="0" hangingPunct="1">
        <a:lnSpc>
          <a:spcPct val="150000"/>
        </a:lnSpc>
        <a:spcBef>
          <a:spcPts val="500"/>
        </a:spcBef>
        <a:buFontTx/>
        <a:buNone/>
        <a:defRPr sz="1800" i="1" kern="1200" spc="50" baseline="0">
          <a:solidFill>
            <a:schemeClr val="tx1">
              <a:lumMod val="65000"/>
              <a:lumOff val="35000"/>
            </a:schemeClr>
          </a:solidFill>
          <a:latin typeface="Avenir Next LT Pro" panose="020B0504020202020204" pitchFamily="34" charset="77"/>
          <a:ea typeface="+mn-ea"/>
          <a:cs typeface="+mn-cs"/>
        </a:defRPr>
      </a:lvl4pPr>
      <a:lvl5pPr marL="1801368" indent="-356616" algn="l" defTabSz="914400" rtl="0" eaLnBrk="1" latinLnBrk="0" hangingPunct="1">
        <a:lnSpc>
          <a:spcPct val="150000"/>
        </a:lnSpc>
        <a:spcBef>
          <a:spcPts val="500"/>
        </a:spcBef>
        <a:buClr>
          <a:schemeClr val="accent3"/>
        </a:buClr>
        <a:buSzPct val="70000"/>
        <a:buFont typeface="Arial" panose="020B0604020202020204" pitchFamily="34" charset="0"/>
        <a:buChar char="•"/>
        <a:defRPr sz="1800" kern="1200" spc="50" baseline="0">
          <a:solidFill>
            <a:schemeClr val="tx1">
              <a:lumMod val="65000"/>
              <a:lumOff val="35000"/>
            </a:schemeClr>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_A0A_EE4945E3.xml.rels><?xml version="1.0" encoding="UTF-8" standalone="yes"?>
<Relationships xmlns="http://schemas.openxmlformats.org/package/2006/relationships"><Relationship Id="rId2" Type="http://schemas.openxmlformats.org/officeDocument/2006/relationships/notesSlide" Target="../notesSlides/notesSlide_A0A_EE4945E3.xml"/><Relationship Id="rId1" Type="http://schemas.openxmlformats.org/officeDocument/2006/relationships/slideLayout" Target="../slideLayouts/slideLayout_8000003D_E4FCF432.xml"/></Relationships>
</file>

<file path=ppt/slides/_rels/slide_A0B_99DE05B5.xml.rels><?xml version="1.0" encoding="UTF-8" standalone="yes"?>
<Relationships xmlns="http://schemas.openxmlformats.org/package/2006/relationships"><Relationship Id="rId3" Type="http://schemas.openxmlformats.org/officeDocument/2006/relationships/image" Target="../media/image_A79C59B5.jpeg"/><Relationship Id="rId2" Type="http://schemas.openxmlformats.org/officeDocument/2006/relationships/notesSlide" Target="../notesSlides/notesSlide_A0B_99DE05B5.xml"/><Relationship Id="rId1" Type="http://schemas.openxmlformats.org/officeDocument/2006/relationships/slideLayout" Target="../slideLayouts/slideLayout_8000001D_4A52546A.xml"/></Relationships>
</file>

<file path=ppt/slides/_rels/slide_A0C_A208CFAA.xml.rels><?xml version="1.0" encoding="UTF-8" standalone="yes"?>
<Relationships xmlns="http://schemas.openxmlformats.org/package/2006/relationships"><Relationship Id="rId3" Type="http://schemas.openxmlformats.org/officeDocument/2006/relationships/image" Target="../media/image_7DB2E3ED.jpeg"/><Relationship Id="rId2" Type="http://schemas.openxmlformats.org/officeDocument/2006/relationships/notesSlide" Target="../notesSlides/notesSlide_A0C_A208CFAA.xml"/><Relationship Id="rId1" Type="http://schemas.openxmlformats.org/officeDocument/2006/relationships/slideLayout" Target="../slideLayouts/slideLayout_8000002C_9366B24A.xml"/></Relationships>
</file>

<file path=ppt/slides/_rels/slide_A0D_E05C4FB6.xml.rels><?xml version="1.0" encoding="UTF-8" standalone="yes"?>
<Relationships xmlns="http://schemas.openxmlformats.org/package/2006/relationships"><Relationship Id="rId3" Type="http://schemas.openxmlformats.org/officeDocument/2006/relationships/image" Target="../media/image_BD4CBF27.jpeg"/><Relationship Id="rId2" Type="http://schemas.openxmlformats.org/officeDocument/2006/relationships/notesSlide" Target="../notesSlides/notesSlide_A0D_E05C4FB6.xml"/><Relationship Id="rId1" Type="http://schemas.openxmlformats.org/officeDocument/2006/relationships/slideLayout" Target="../slideLayouts/slideLayout_8000002C_9366B24A.xml"/></Relationships>
</file>

<file path=ppt/slides/_rels/slide_A0E_CD3A071E.xml.rels><?xml version="1.0" encoding="UTF-8" standalone="yes"?>
<Relationships xmlns="http://schemas.openxmlformats.org/package/2006/relationships"><Relationship Id="rId2" Type="http://schemas.openxmlformats.org/officeDocument/2006/relationships/notesSlide" Target="../notesSlides/notesSlide_A0E_CD3A071E.xml"/><Relationship Id="rId1" Type="http://schemas.openxmlformats.org/officeDocument/2006/relationships/slideLayout" Target="../slideLayouts/slideLayout_8000003D_E4FCF432.xml"/></Relationships>
</file>

<file path=ppt/slides/_rels/slide_A0F_419FEAD9.xml.rels><?xml version="1.0" encoding="UTF-8" standalone="yes"?>
<Relationships xmlns="http://schemas.openxmlformats.org/package/2006/relationships"><Relationship Id="rId3" Type="http://schemas.openxmlformats.org/officeDocument/2006/relationships/image" Target="../media/image_C97D0B9E.jpeg"/><Relationship Id="rId2" Type="http://schemas.openxmlformats.org/officeDocument/2006/relationships/notesSlide" Target="../notesSlides/notesSlide_A0F_419FEAD9.xml"/><Relationship Id="rId1" Type="http://schemas.openxmlformats.org/officeDocument/2006/relationships/slideLayout" Target="../slideLayouts/slideLayout_8000001D_4A52546A.xml"/></Relationships>
</file>

<file path=ppt/slides/_rels/slide_A01_9DC67C8C.xml.rels><?xml version="1.0" encoding="UTF-8" standalone="yes"?>
<Relationships xmlns="http://schemas.openxmlformats.org/package/2006/relationships"><Relationship Id="rId2" Type="http://schemas.openxmlformats.org/officeDocument/2006/relationships/notesSlide" Target="../notesSlides/notesSlide_A01_9DC67C8C.xml"/><Relationship Id="rId1" Type="http://schemas.openxmlformats.org/officeDocument/2006/relationships/slideLayout" Target="../slideLayouts/slideLayout_80000003_CF9EAEF2.xml"/></Relationships>
</file>

<file path=ppt/slides/_rels/slide_A02_DFA3AB0C.xml.rels><?xml version="1.0" encoding="UTF-8" standalone="yes"?>
<Relationships xmlns="http://schemas.openxmlformats.org/package/2006/relationships"><Relationship Id="rId2" Type="http://schemas.openxmlformats.org/officeDocument/2006/relationships/notesSlide" Target="../notesSlides/notesSlide_A02_DFA3AB0C.xml"/><Relationship Id="rId1" Type="http://schemas.openxmlformats.org/officeDocument/2006/relationships/slideLayout" Target="../slideLayouts/slideLayout_8000003D_E4FCF432.xml"/></Relationships>
</file>

<file path=ppt/slides/_rels/slide_A03_72251060.xml.rels><?xml version="1.0" encoding="UTF-8" standalone="yes"?>
<Relationships xmlns="http://schemas.openxmlformats.org/package/2006/relationships"><Relationship Id="rId3" Type="http://schemas.openxmlformats.org/officeDocument/2006/relationships/image" Target="../media/image_14DC23EE.jpeg"/><Relationship Id="rId2" Type="http://schemas.openxmlformats.org/officeDocument/2006/relationships/notesSlide" Target="../notesSlides/notesSlide_A03_72251060.xml"/><Relationship Id="rId1" Type="http://schemas.openxmlformats.org/officeDocument/2006/relationships/slideLayout" Target="../slideLayouts/slideLayout_8000001D_4A52546A.xml"/></Relationships>
</file>

<file path=ppt/slides/_rels/slide_A04_16B4F176.xml.rels><?xml version="1.0" encoding="UTF-8" standalone="yes"?>
<Relationships xmlns="http://schemas.openxmlformats.org/package/2006/relationships"><Relationship Id="rId3" Type="http://schemas.openxmlformats.org/officeDocument/2006/relationships/image" Target="../media/image_D5FEADED.jpeg"/><Relationship Id="rId2" Type="http://schemas.openxmlformats.org/officeDocument/2006/relationships/notesSlide" Target="../notesSlides/notesSlide_A04_16B4F176.xml"/><Relationship Id="rId1" Type="http://schemas.openxmlformats.org/officeDocument/2006/relationships/slideLayout" Target="../slideLayouts/slideLayout_8000002C_9366B24A.xml"/></Relationships>
</file>

<file path=ppt/slides/_rels/slide_A05_BACE21BC.xml.rels><?xml version="1.0" encoding="UTF-8" standalone="yes"?>
<Relationships xmlns="http://schemas.openxmlformats.org/package/2006/relationships"><Relationship Id="rId3" Type="http://schemas.openxmlformats.org/officeDocument/2006/relationships/image" Target="../media/image_B33EEFA.jpeg"/><Relationship Id="rId2" Type="http://schemas.openxmlformats.org/officeDocument/2006/relationships/notesSlide" Target="../notesSlides/notesSlide_A05_BACE21BC.xml"/><Relationship Id="rId1" Type="http://schemas.openxmlformats.org/officeDocument/2006/relationships/slideLayout" Target="../slideLayouts/slideLayout_8000002C_9366B24A.xml"/></Relationships>
</file>

<file path=ppt/slides/_rels/slide_A06_EFF05A86.xml.rels><?xml version="1.0" encoding="UTF-8" standalone="yes"?>
<Relationships xmlns="http://schemas.openxmlformats.org/package/2006/relationships"><Relationship Id="rId2" Type="http://schemas.openxmlformats.org/officeDocument/2006/relationships/notesSlide" Target="../notesSlides/notesSlide_A06_EFF05A86.xml"/><Relationship Id="rId1" Type="http://schemas.openxmlformats.org/officeDocument/2006/relationships/slideLayout" Target="../slideLayouts/slideLayout_8000003D_E4FCF432.xml"/></Relationships>
</file>

<file path=ppt/slides/_rels/slide_A07_81B0D3A8.xml.rels><?xml version="1.0" encoding="UTF-8" standalone="yes"?>
<Relationships xmlns="http://schemas.openxmlformats.org/package/2006/relationships"><Relationship Id="rId3" Type="http://schemas.openxmlformats.org/officeDocument/2006/relationships/image" Target="../media/image_EA97E42E.jpeg"/><Relationship Id="rId2" Type="http://schemas.openxmlformats.org/officeDocument/2006/relationships/notesSlide" Target="../notesSlides/notesSlide_A07_81B0D3A8.xml"/><Relationship Id="rId1" Type="http://schemas.openxmlformats.org/officeDocument/2006/relationships/slideLayout" Target="../slideLayouts/slideLayout_8000002C_9366B24A.xml"/></Relationships>
</file>

<file path=ppt/slides/_rels/slide_A08_B091F1BC.xml.rels><?xml version="1.0" encoding="UTF-8" standalone="yes"?>
<Relationships xmlns="http://schemas.openxmlformats.org/package/2006/relationships"><Relationship Id="rId3" Type="http://schemas.openxmlformats.org/officeDocument/2006/relationships/image" Target="../media/image_BCCCE120.jpeg"/><Relationship Id="rId2" Type="http://schemas.openxmlformats.org/officeDocument/2006/relationships/notesSlide" Target="../notesSlides/notesSlide_A08_B091F1BC.xml"/><Relationship Id="rId1" Type="http://schemas.openxmlformats.org/officeDocument/2006/relationships/slideLayout" Target="../slideLayouts/slideLayout_8000001D_4A52546A.xml"/></Relationships>
</file>

<file path=ppt/slides/_rels/slide_A09_ACD3633B.xml.rels><?xml version="1.0" encoding="UTF-8" standalone="yes"?>
<Relationships xmlns="http://schemas.openxmlformats.org/package/2006/relationships"><Relationship Id="rId3" Type="http://schemas.openxmlformats.org/officeDocument/2006/relationships/image" Target="../media/image_FB9BBE72.jpeg"/><Relationship Id="rId2" Type="http://schemas.openxmlformats.org/officeDocument/2006/relationships/notesSlide" Target="../notesSlides/notesSlide_A09_ACD3633B.xml"/><Relationship Id="rId1" Type="http://schemas.openxmlformats.org/officeDocument/2006/relationships/slideLayout" Target="../slideLayouts/slideLayout_8000001D_4A52546A.xml"/></Relationships>
</file>

<file path=ppt/slides/_rels/slide_A10_20022559.xml.rels><?xml version="1.0" encoding="UTF-8" standalone="yes"?>
<Relationships xmlns="http://schemas.openxmlformats.org/package/2006/relationships"><Relationship Id="rId3" Type="http://schemas.openxmlformats.org/officeDocument/2006/relationships/image" Target="../media/image_E014BA16.jpeg"/><Relationship Id="rId2" Type="http://schemas.openxmlformats.org/officeDocument/2006/relationships/notesSlide" Target="../notesSlides/notesSlide_A10_20022559.xml"/><Relationship Id="rId1" Type="http://schemas.openxmlformats.org/officeDocument/2006/relationships/slideLayout" Target="../slideLayouts/slideLayout_8000001D_4A52546A.xml"/></Relationships>
</file>

<file path=ppt/slides/_rels/slide_A11_49079050.xml.rels><?xml version="1.0" encoding="UTF-8" standalone="yes"?>
<Relationships xmlns="http://schemas.openxmlformats.org/package/2006/relationships"><Relationship Id="rId3" Type="http://schemas.openxmlformats.org/officeDocument/2006/relationships/image" Target="../media/image_538A4655.jpeg"/><Relationship Id="rId2" Type="http://schemas.openxmlformats.org/officeDocument/2006/relationships/notesSlide" Target="../notesSlides/notesSlide_A11_49079050.xml"/><Relationship Id="rId1" Type="http://schemas.openxmlformats.org/officeDocument/2006/relationships/slideLayout" Target="../slideLayouts/slideLayout_8000002C_9366B24A.xml"/></Relationships>
</file>

<file path=ppt/slides/_rels/slide_A12_5AE4B467.xml.rels><?xml version="1.0" encoding="UTF-8" standalone="yes"?>
<Relationships xmlns="http://schemas.openxmlformats.org/package/2006/relationships"><Relationship Id="rId2" Type="http://schemas.openxmlformats.org/officeDocument/2006/relationships/notesSlide" Target="../notesSlides/notesSlide_A12_5AE4B467.xml"/><Relationship Id="rId1" Type="http://schemas.openxmlformats.org/officeDocument/2006/relationships/slideLayout" Target="../slideLayouts/slideLayout_8000003D_E4FCF432.xml"/></Relationships>
</file>

<file path=ppt/slides/_rels/slide_A13_F27A15C2.xml.rels><?xml version="1.0" encoding="UTF-8" standalone="yes"?>
<Relationships xmlns="http://schemas.openxmlformats.org/package/2006/relationships"><Relationship Id="rId3" Type="http://schemas.openxmlformats.org/officeDocument/2006/relationships/image" Target="../media/image_D6A308CA.jpeg"/><Relationship Id="rId2" Type="http://schemas.openxmlformats.org/officeDocument/2006/relationships/notesSlide" Target="../notesSlides/notesSlide_A13_F27A15C2.xml"/><Relationship Id="rId1" Type="http://schemas.openxmlformats.org/officeDocument/2006/relationships/slideLayout" Target="../slideLayouts/slideLayout_8000001D_4A52546A.xml"/></Relationships>
</file>

<file path=ppt/slides/_rels/slide_A14_B408F47.xml.rels><?xml version="1.0" encoding="UTF-8" standalone="yes"?>
<Relationships xmlns="http://schemas.openxmlformats.org/package/2006/relationships"><Relationship Id="rId3" Type="http://schemas.openxmlformats.org/officeDocument/2006/relationships/image" Target="../media/image_27CD972.jpeg"/><Relationship Id="rId2" Type="http://schemas.openxmlformats.org/officeDocument/2006/relationships/notesSlide" Target="../notesSlides/notesSlide_A14_B408F47.xml"/><Relationship Id="rId1" Type="http://schemas.openxmlformats.org/officeDocument/2006/relationships/slideLayout" Target="../slideLayouts/slideLayout_8000002C_9366B24A.xml"/></Relationships>
</file>

<file path=ppt/slides/_rels/slide_A15_244373BA.xml.rels><?xml version="1.0" encoding="UTF-8" standalone="yes"?>
<Relationships xmlns="http://schemas.openxmlformats.org/package/2006/relationships"><Relationship Id="rId3" Type="http://schemas.openxmlformats.org/officeDocument/2006/relationships/diagramData" Target="../diagrams/data_A15_244373BA.xml"/><Relationship Id="rId7" Type="http://schemas.microsoft.com/office/2007/relationships/diagramDrawing" Target="../diagrams/drawing_A15_244373BA.xml"/><Relationship Id="rId2" Type="http://schemas.openxmlformats.org/officeDocument/2006/relationships/notesSlide" Target="../notesSlides/notesSlide_A15_244373BA.xml"/><Relationship Id="rId1" Type="http://schemas.openxmlformats.org/officeDocument/2006/relationships/slideLayout" Target="../slideLayouts/slideLayout_80000008_DD0C949A.xml"/><Relationship Id="rId6" Type="http://schemas.openxmlformats.org/officeDocument/2006/relationships/diagramColors" Target="../diagrams/colors_A15_244373BA.xml"/><Relationship Id="rId5" Type="http://schemas.openxmlformats.org/officeDocument/2006/relationships/diagramQuickStyle" Target="../diagrams/quickStyle_A15_244373BA.xml"/><Relationship Id="rId4" Type="http://schemas.openxmlformats.org/officeDocument/2006/relationships/diagramLayout" Target="../diagrams/layout_A15_244373BA.xml"/></Relationships>
</file>

<file path=ppt/slides/slide_A0A_EE4945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D54C19-0419-62A7-9FAB-6FB49C65FC1F}"/>
              </a:ext>
            </a:extLst>
          </p:cNvPr>
          <p:cNvSpPr>
            <a:spLocks noGrp="1"/>
          </p:cNvSpPr>
          <p:nvPr>
            <p:ph type="ctrTitle"/>
          </p:nvPr>
        </p:nvSpPr>
        <p:spPr>
          <a:xfrm>
            <a:off x="987552" y="301752"/>
            <a:ext cx="4654296" cy="6263640"/>
          </a:xfrm>
        </p:spPr>
        <p:txBody>
          <a:bodyPr anchor="ctr">
            <a:normAutofit/>
          </a:bodyPr>
          <a:lstStyle/>
          <a:p>
            <a:r>
              <a:rPr lang="en-US"/>
              <a:t>Projetos Técnicos do Programa</a:t>
            </a:r>
          </a:p>
        </p:txBody>
      </p:sp>
    </p:spTree>
    <p:extLst>
      <p:ext uri="{BB962C8B-B14F-4D97-AF65-F5344CB8AC3E}">
        <p14:creationId xmlns:p14="http://schemas.microsoft.com/office/powerpoint/2010/main" val="39977794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B_99DE05B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onceito digital de parede de vídeo com telas pequenas&#10;&#10;Mapa da Terra de referência retirado de código aberto: http://visibleearth.nasa.gov/view_rec.php?vev1id=11656 &#10;Software utilizado: 3dsMax&#10;Data de criação (renderizado) - 26.08.2011&#10;Todas as camadas usadas">
            <a:extLst>
              <a:ext uri="{FF2B5EF4-FFF2-40B4-BE49-F238E27FC236}">
                <a16:creationId xmlns:a16="http://schemas.microsoft.com/office/drawing/2014/main" id="{BE363038-DCB6-4161-AD95-F2E823B0DB21}"/>
              </a:ext>
            </a:extLst>
          </p:cNvPr>
          <p:cNvPicPr>
            <a:picLocks noGrp="1" noChangeAspect="1"/>
          </p:cNvPicPr>
          <p:nvPr>
            <p:ph type="pic" sz="quarter" idx="13"/>
          </p:nvPr>
        </p:nvPicPr>
        <p:blipFill>
          <a:blip r:embed="rId3"/>
          <a:srcRect l="17857" r="31586" b="2"/>
          <a:stretch>
            <a:fillRect/>
          </a:stretch>
        </p:blipFill>
        <p:spPr>
          <a:xfrm>
            <a:off x="257899" y="255814"/>
            <a:ext cx="4278085" cy="6346371"/>
          </a:xfrm>
        </p:spPr>
      </p:pic>
      <p:sp>
        <p:nvSpPr>
          <p:cNvPr id="2" name="Content Placeholder 1">
            <a:extLst>
              <a:ext uri="{FF2B5EF4-FFF2-40B4-BE49-F238E27FC236}">
                <a16:creationId xmlns:a16="http://schemas.microsoft.com/office/drawing/2014/main" id="{3B5F383B-B1E5-3987-7A99-70A0A81CE9E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03520" y="1618488"/>
            <a:ext cx="6400800" cy="4480560"/>
          </a:xfrm>
        </p:spPr>
        <p:txBody>
          <a:bodyPr>
            <a:normAutofit/>
          </a:bodyPr>
          <a:lstStyle/>
          <a:p>
            <a:pPr marL="0" indent="0">
              <a:lnSpc>
                <a:spcPct val="140000"/>
              </a:lnSpc>
              <a:spcBef>
                <a:spcPts val="2500"/>
              </a:spcBef>
              <a:buFont typeface="Arial" panose="020B0604020202020204" pitchFamily="34" charset="0"/>
              <a:buNone/>
            </a:pPr>
            <a:r>
              <a:rPr lang="en-US" sz="1200" b="1"/>
              <a:t>Desenvolvimento de API Robusta</a:t>
            </a:r>
          </a:p>
          <a:p>
            <a:pPr marL="0" lvl="1" indent="0">
              <a:lnSpc>
                <a:spcPct val="140000"/>
              </a:lnSpc>
              <a:buFont typeface="Arial" panose="020B0604020202020204" pitchFamily="34" charset="0"/>
              <a:buNone/>
            </a:pPr>
            <a:r>
              <a:rPr lang="en-US" sz="1200"/>
              <a:t>Construção de um serviço backend utilizando Python, FastAPI e contratos sólidos com Pydantic e JSON schemas.</a:t>
            </a:r>
          </a:p>
          <a:p>
            <a:pPr marL="0" indent="0">
              <a:lnSpc>
                <a:spcPct val="140000"/>
              </a:lnSpc>
              <a:spcBef>
                <a:spcPts val="2500"/>
              </a:spcBef>
              <a:buFont typeface="Arial" panose="020B0604020202020204" pitchFamily="34" charset="0"/>
              <a:buNone/>
            </a:pPr>
            <a:r>
              <a:rPr lang="en-US" sz="1200" b="1"/>
              <a:t>Integração com Modelo de Linguagem</a:t>
            </a:r>
          </a:p>
          <a:p>
            <a:pPr marL="0" lvl="1" indent="0">
              <a:lnSpc>
                <a:spcPct val="140000"/>
              </a:lnSpc>
              <a:buFont typeface="Arial" panose="020B0604020202020204" pitchFamily="34" charset="0"/>
              <a:buNone/>
            </a:pPr>
            <a:r>
              <a:rPr lang="en-US" sz="1200"/>
              <a:t>Incorporação de modelo de linguagem de grande porte com engenharia de prompt para clareza e tratamento de erros.</a:t>
            </a:r>
          </a:p>
          <a:p>
            <a:pPr marL="0" indent="0">
              <a:lnSpc>
                <a:spcPct val="140000"/>
              </a:lnSpc>
              <a:spcBef>
                <a:spcPts val="2500"/>
              </a:spcBef>
              <a:buFont typeface="Arial" panose="020B0604020202020204" pitchFamily="34" charset="0"/>
              <a:buNone/>
            </a:pPr>
            <a:r>
              <a:rPr lang="en-US" sz="1200" b="1"/>
              <a:t>Uso de Tool-Calling</a:t>
            </a:r>
          </a:p>
          <a:p>
            <a:pPr marL="0" lvl="1" indent="0">
              <a:lnSpc>
                <a:spcPct val="140000"/>
              </a:lnSpc>
              <a:buFont typeface="Arial" panose="020B0604020202020204" pitchFamily="34" charset="0"/>
              <a:buNone/>
            </a:pPr>
            <a:r>
              <a:rPr lang="en-US" sz="1200"/>
              <a:t>Implementação de tool-calling para permitir interação controlada entre o LLM e funções externas.</a:t>
            </a:r>
          </a:p>
          <a:p>
            <a:pPr marL="0" indent="0">
              <a:lnSpc>
                <a:spcPct val="140000"/>
              </a:lnSpc>
              <a:spcBef>
                <a:spcPts val="2500"/>
              </a:spcBef>
              <a:buFont typeface="Arial" panose="020B0604020202020204" pitchFamily="34" charset="0"/>
              <a:buNone/>
            </a:pPr>
            <a:r>
              <a:rPr lang="en-US" sz="1200" b="1"/>
              <a:t>Documentação e Comunicação</a:t>
            </a:r>
          </a:p>
          <a:p>
            <a:pPr marL="0" lvl="1" indent="0">
              <a:lnSpc>
                <a:spcPct val="140000"/>
              </a:lnSpc>
              <a:buFont typeface="Arial" panose="020B0604020202020204" pitchFamily="34" charset="0"/>
              <a:buNone/>
            </a:pPr>
            <a:r>
              <a:rPr lang="en-US" sz="1200"/>
              <a:t>Produção de README claro explicando problema, solução e decisões técnicas importantes.</a:t>
            </a:r>
          </a:p>
        </p:txBody>
      </p:sp>
      <p:sp>
        <p:nvSpPr>
          <p:cNvPr id="4" name="Title 3">
            <a:extLst>
              <a:ext uri="{FF2B5EF4-FFF2-40B4-BE49-F238E27FC236}">
                <a16:creationId xmlns:a16="http://schemas.microsoft.com/office/drawing/2014/main" id="{5D78A370-A41E-47FB-BF31-382A8595616E}"/>
              </a:ext>
            </a:extLst>
          </p:cNvPr>
          <p:cNvSpPr>
            <a:spLocks noGrp="1"/>
          </p:cNvSpPr>
          <p:nvPr>
            <p:ph type="title"/>
          </p:nvPr>
        </p:nvSpPr>
        <p:spPr>
          <a:xfrm>
            <a:off x="5303519" y="457200"/>
            <a:ext cx="6400800" cy="932688"/>
          </a:xfrm>
        </p:spPr>
        <p:txBody>
          <a:bodyPr anchor="b">
            <a:normAutofit/>
          </a:bodyPr>
          <a:lstStyle/>
          <a:p>
            <a:r>
              <a:rPr lang="en-US" sz="3000"/>
              <a:t>Projeto 1 – API Inteligente com LLM</a:t>
            </a:r>
          </a:p>
        </p:txBody>
      </p:sp>
    </p:spTree>
    <p:extLst>
      <p:ext uri="{BB962C8B-B14F-4D97-AF65-F5344CB8AC3E}">
        <p14:creationId xmlns:p14="http://schemas.microsoft.com/office/powerpoint/2010/main" val="25814645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C_A208CFA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Moeda euro com máscara facial, conceito de recessão econômica global">
            <a:extLst>
              <a:ext uri="{FF2B5EF4-FFF2-40B4-BE49-F238E27FC236}">
                <a16:creationId xmlns:a16="http://schemas.microsoft.com/office/drawing/2014/main" id="{1E3DC305-AABB-4296-AD33-BCF9140E892F}"/>
              </a:ext>
            </a:extLst>
          </p:cNvPr>
          <p:cNvPicPr>
            <a:picLocks noGrp="1" noChangeAspect="1"/>
          </p:cNvPicPr>
          <p:nvPr>
            <p:ph type="pic" sz="quarter" idx="13"/>
          </p:nvPr>
        </p:nvPicPr>
        <p:blipFill>
          <a:blip r:embed="rId3"/>
          <a:srcRect l="16734" r="15821" b="1"/>
          <a:stretch>
            <a:fillRect/>
          </a:stretch>
        </p:blipFill>
        <p:spPr>
          <a:xfrm>
            <a:off x="811715" y="2522754"/>
            <a:ext cx="4262258" cy="3554740"/>
          </a:xfrm>
        </p:spPr>
      </p:pic>
      <p:sp>
        <p:nvSpPr>
          <p:cNvPr id="2" name="Content Placeholder 1">
            <a:extLst>
              <a:ext uri="{FF2B5EF4-FFF2-40B4-BE49-F238E27FC236}">
                <a16:creationId xmlns:a16="http://schemas.microsoft.com/office/drawing/2014/main" id="{CB87E3C5-9083-7C6F-50AF-210FF8F1429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sz="1400" b="1"/>
              <a:t>Arquiteturas Retrieval-Augmented Generation</a:t>
            </a:r>
          </a:p>
          <a:p>
            <a:pPr marL="0" lvl="1" indent="0">
              <a:buFont typeface="Arial" panose="020B0604020202020204" pitchFamily="34" charset="0"/>
              <a:buNone/>
            </a:pPr>
            <a:r>
              <a:rPr lang="en-US" sz="1400"/>
              <a:t>RAG integra conhecimento externo para gerar respostas fundamentadas e confiáveis em modelos de linguagem.</a:t>
            </a:r>
          </a:p>
          <a:p>
            <a:pPr marL="0" indent="0">
              <a:spcBef>
                <a:spcPts val="2500"/>
              </a:spcBef>
              <a:buFont typeface="Arial" panose="020B0604020202020204" pitchFamily="34" charset="0"/>
              <a:buNone/>
            </a:pPr>
            <a:r>
              <a:rPr lang="en-US" sz="1400" b="1"/>
              <a:t>Técnicas de Re-ranking</a:t>
            </a:r>
          </a:p>
          <a:p>
            <a:pPr marL="0" lvl="1" indent="0">
              <a:buFont typeface="Arial" panose="020B0604020202020204" pitchFamily="34" charset="0"/>
              <a:buNone/>
            </a:pPr>
            <a:r>
              <a:rPr lang="en-US" sz="1400"/>
              <a:t>Re-ranking aprimora a precisão dos resultados, filtrando respostas irrelevantes e inconsistentes.</a:t>
            </a:r>
          </a:p>
          <a:p>
            <a:pPr marL="0" indent="0">
              <a:spcBef>
                <a:spcPts val="2500"/>
              </a:spcBef>
              <a:buFont typeface="Arial" panose="020B0604020202020204" pitchFamily="34" charset="0"/>
              <a:buNone/>
            </a:pPr>
            <a:r>
              <a:rPr lang="en-US" sz="1400" b="1"/>
              <a:t>Avaliação e Métricas</a:t>
            </a:r>
          </a:p>
          <a:p>
            <a:pPr marL="0" lvl="1" indent="0">
              <a:buFont typeface="Arial" panose="020B0604020202020204" pitchFamily="34" charset="0"/>
              <a:buNone/>
            </a:pPr>
            <a:r>
              <a:rPr lang="en-US" sz="1400"/>
              <a:t>Métricas simples avaliam relevância e cobertura para garantir a qualidade da recuperação de informações.</a:t>
            </a:r>
          </a:p>
          <a:p>
            <a:pPr marL="0" indent="0">
              <a:spcBef>
                <a:spcPts val="2500"/>
              </a:spcBef>
              <a:buFont typeface="Arial" panose="020B0604020202020204" pitchFamily="34" charset="0"/>
              <a:buNone/>
            </a:pPr>
            <a:r>
              <a:rPr lang="en-US" sz="1400" b="1"/>
              <a:t>Importância da Documentação</a:t>
            </a:r>
          </a:p>
          <a:p>
            <a:pPr marL="0" lvl="1" indent="0">
              <a:buFont typeface="Arial" panose="020B0604020202020204" pitchFamily="34" charset="0"/>
              <a:buNone/>
            </a:pPr>
            <a:r>
              <a:rPr lang="en-US" sz="1400"/>
              <a:t>Documentação clara e diagramas explicam o fluxo de dados, garantindo rastreabilidade e confiabilidade.</a:t>
            </a:r>
          </a:p>
        </p:txBody>
      </p:sp>
      <p:sp>
        <p:nvSpPr>
          <p:cNvPr id="4" name="Title 3">
            <a:extLst>
              <a:ext uri="{FF2B5EF4-FFF2-40B4-BE49-F238E27FC236}">
                <a16:creationId xmlns:a16="http://schemas.microsoft.com/office/drawing/2014/main" id="{2567C1F1-A5A5-F02E-47FF-5BD1F2DF1F2C}"/>
              </a:ext>
            </a:extLst>
          </p:cNvPr>
          <p:cNvSpPr>
            <a:spLocks noGrp="1"/>
          </p:cNvSpPr>
          <p:nvPr>
            <p:ph type="title"/>
          </p:nvPr>
        </p:nvSpPr>
        <p:spPr>
          <a:xfrm>
            <a:off x="612648" y="548639"/>
            <a:ext cx="4672584" cy="1453896"/>
          </a:xfrm>
        </p:spPr>
        <p:txBody>
          <a:bodyPr anchor="b">
            <a:normAutofit/>
          </a:bodyPr>
          <a:lstStyle/>
          <a:p>
            <a:r>
              <a:rPr lang="en-US"/>
              <a:t>Projeto 2 – RAG com Re-ranking</a:t>
            </a:r>
          </a:p>
        </p:txBody>
      </p:sp>
    </p:spTree>
    <p:extLst>
      <p:ext uri="{BB962C8B-B14F-4D97-AF65-F5344CB8AC3E}">
        <p14:creationId xmlns:p14="http://schemas.microsoft.com/office/powerpoint/2010/main" val="2718486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D_E05C4FB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onceito de Tecnologia da Quarta Revolução Industrial">
            <a:extLst>
              <a:ext uri="{FF2B5EF4-FFF2-40B4-BE49-F238E27FC236}">
                <a16:creationId xmlns:a16="http://schemas.microsoft.com/office/drawing/2014/main" id="{3A75D031-C7C4-4DE5-AEEC-893A95583869}"/>
              </a:ext>
            </a:extLst>
          </p:cNvPr>
          <p:cNvPicPr>
            <a:picLocks noGrp="1" noChangeAspect="1"/>
          </p:cNvPicPr>
          <p:nvPr>
            <p:ph type="pic" sz="quarter" idx="13"/>
          </p:nvPr>
        </p:nvPicPr>
        <p:blipFill>
          <a:blip r:embed="rId3"/>
          <a:srcRect l="16086" r="16469" b="1"/>
          <a:stretch>
            <a:fillRect/>
          </a:stretch>
        </p:blipFill>
        <p:spPr>
          <a:xfrm>
            <a:off x="811715" y="2522754"/>
            <a:ext cx="4262258" cy="3554740"/>
          </a:xfrm>
        </p:spPr>
      </p:pic>
      <p:sp>
        <p:nvSpPr>
          <p:cNvPr id="2" name="Content Placeholder 1">
            <a:extLst>
              <a:ext uri="{FF2B5EF4-FFF2-40B4-BE49-F238E27FC236}">
                <a16:creationId xmlns:a16="http://schemas.microsoft.com/office/drawing/2014/main" id="{2E32C29F-A168-FF18-7593-20E1A0532D8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lnSpc>
                <a:spcPct val="140000"/>
              </a:lnSpc>
              <a:spcBef>
                <a:spcPts val="2500"/>
              </a:spcBef>
              <a:buFont typeface="Arial" panose="020B0604020202020204" pitchFamily="34" charset="0"/>
              <a:buNone/>
            </a:pPr>
            <a:r>
              <a:rPr lang="en-US" sz="1400" b="1"/>
              <a:t>Automação de Processos Manuais</a:t>
            </a:r>
          </a:p>
          <a:p>
            <a:pPr marL="0" lvl="1" indent="0">
              <a:lnSpc>
                <a:spcPct val="140000"/>
              </a:lnSpc>
              <a:buFont typeface="Arial" panose="020B0604020202020204" pitchFamily="34" charset="0"/>
              <a:buNone/>
            </a:pPr>
            <a:r>
              <a:rPr lang="en-US" sz="1400"/>
              <a:t>O projeto foca na automação de processos manuais usando agentes inteligentes para executar tarefas complexas e decisões intermediárias.</a:t>
            </a:r>
          </a:p>
          <a:p>
            <a:pPr marL="0" indent="0">
              <a:lnSpc>
                <a:spcPct val="140000"/>
              </a:lnSpc>
              <a:spcBef>
                <a:spcPts val="2500"/>
              </a:spcBef>
              <a:buFont typeface="Arial" panose="020B0604020202020204" pitchFamily="34" charset="0"/>
              <a:buNone/>
            </a:pPr>
            <a:r>
              <a:rPr lang="en-US" sz="1400" b="1"/>
              <a:t>Interoperabilidade e Escalabilidade</a:t>
            </a:r>
          </a:p>
          <a:p>
            <a:pPr marL="0" lvl="1" indent="0">
              <a:lnSpc>
                <a:spcPct val="140000"/>
              </a:lnSpc>
              <a:buFont typeface="Arial" panose="020B0604020202020204" pitchFamily="34" charset="0"/>
              <a:buNone/>
            </a:pPr>
            <a:r>
              <a:rPr lang="en-US" sz="1400"/>
              <a:t>O uso do Model Context Protocol garante padronização, interoperabilidade e escalabilidade das soluções desenvolvidas.</a:t>
            </a:r>
          </a:p>
          <a:p>
            <a:pPr marL="0" indent="0">
              <a:lnSpc>
                <a:spcPct val="140000"/>
              </a:lnSpc>
              <a:spcBef>
                <a:spcPts val="2500"/>
              </a:spcBef>
              <a:buFont typeface="Arial" panose="020B0604020202020204" pitchFamily="34" charset="0"/>
              <a:buNone/>
            </a:pPr>
            <a:r>
              <a:rPr lang="en-US" sz="1400" b="1"/>
              <a:t>Indicador de Automação</a:t>
            </a:r>
          </a:p>
          <a:p>
            <a:pPr marL="0" lvl="1" indent="0">
              <a:lnSpc>
                <a:spcPct val="140000"/>
              </a:lnSpc>
              <a:buFont typeface="Arial" panose="020B0604020202020204" pitchFamily="34" charset="0"/>
              <a:buNone/>
            </a:pPr>
            <a:r>
              <a:rPr lang="en-US" sz="1400"/>
              <a:t>Definição de métricas objetivas para medir impacto, como redução de tempo humano e confiabilidade da execução.</a:t>
            </a:r>
          </a:p>
          <a:p>
            <a:pPr marL="0" indent="0">
              <a:lnSpc>
                <a:spcPct val="140000"/>
              </a:lnSpc>
              <a:spcBef>
                <a:spcPts val="2500"/>
              </a:spcBef>
              <a:buFont typeface="Arial" panose="020B0604020202020204" pitchFamily="34" charset="0"/>
              <a:buNone/>
            </a:pPr>
            <a:r>
              <a:rPr lang="en-US" sz="1400" b="1"/>
              <a:t>Visão sobre Riscos e Benefícios</a:t>
            </a:r>
          </a:p>
          <a:p>
            <a:pPr marL="0" lvl="1" indent="0">
              <a:lnSpc>
                <a:spcPct val="140000"/>
              </a:lnSpc>
              <a:buFont typeface="Arial" panose="020B0604020202020204" pitchFamily="34" charset="0"/>
              <a:buNone/>
            </a:pPr>
            <a:r>
              <a:rPr lang="en-US" sz="1400"/>
              <a:t>O projeto proporciona uma compreensão madura dos limites, riscos e benefícios dos agentes autônomos no ambiente corporativo.</a:t>
            </a:r>
          </a:p>
        </p:txBody>
      </p:sp>
      <p:sp>
        <p:nvSpPr>
          <p:cNvPr id="4" name="Title 3">
            <a:extLst>
              <a:ext uri="{FF2B5EF4-FFF2-40B4-BE49-F238E27FC236}">
                <a16:creationId xmlns:a16="http://schemas.microsoft.com/office/drawing/2014/main" id="{4C76EA8F-6D6F-D35E-D498-736949D21486}"/>
              </a:ext>
            </a:extLst>
          </p:cNvPr>
          <p:cNvSpPr>
            <a:spLocks noGrp="1"/>
          </p:cNvSpPr>
          <p:nvPr>
            <p:ph type="title"/>
          </p:nvPr>
        </p:nvSpPr>
        <p:spPr>
          <a:xfrm>
            <a:off x="612648" y="548639"/>
            <a:ext cx="4672584" cy="1453896"/>
          </a:xfrm>
        </p:spPr>
        <p:txBody>
          <a:bodyPr anchor="b">
            <a:normAutofit/>
          </a:bodyPr>
          <a:lstStyle/>
          <a:p>
            <a:r>
              <a:rPr lang="en-US" sz="2800"/>
              <a:t>Projeto 3 – Agentes Autônomos e Automação</a:t>
            </a:r>
          </a:p>
        </p:txBody>
      </p:sp>
    </p:spTree>
    <p:extLst>
      <p:ext uri="{BB962C8B-B14F-4D97-AF65-F5344CB8AC3E}">
        <p14:creationId xmlns:p14="http://schemas.microsoft.com/office/powerpoint/2010/main" val="3764146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E_CD3A071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03ADD7-DCB0-FDB2-B961-6B93E97FEFFD}"/>
              </a:ext>
            </a:extLst>
          </p:cNvPr>
          <p:cNvSpPr>
            <a:spLocks noGrp="1"/>
          </p:cNvSpPr>
          <p:nvPr>
            <p:ph type="ctrTitle"/>
          </p:nvPr>
        </p:nvSpPr>
        <p:spPr>
          <a:xfrm>
            <a:off x="987552" y="301752"/>
            <a:ext cx="4654296" cy="6263640"/>
          </a:xfrm>
        </p:spPr>
        <p:txBody>
          <a:bodyPr anchor="ctr">
            <a:normAutofit/>
          </a:bodyPr>
          <a:lstStyle/>
          <a:p>
            <a:r>
              <a:rPr lang="en-US"/>
              <a:t>Trilha de Conhecimento e Governança</a:t>
            </a:r>
          </a:p>
        </p:txBody>
      </p:sp>
    </p:spTree>
    <p:extLst>
      <p:ext uri="{BB962C8B-B14F-4D97-AF65-F5344CB8AC3E}">
        <p14:creationId xmlns:p14="http://schemas.microsoft.com/office/powerpoint/2010/main" val="34431321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F_419FEAD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Ícone do Livro">
            <a:extLst>
              <a:ext uri="{FF2B5EF4-FFF2-40B4-BE49-F238E27FC236}">
                <a16:creationId xmlns:a16="http://schemas.microsoft.com/office/drawing/2014/main" id="{3F71C00A-D9F3-4C1A-A355-F81182A7FE07}"/>
              </a:ext>
            </a:extLst>
          </p:cNvPr>
          <p:cNvPicPr>
            <a:picLocks noGrp="1" noChangeAspect="1"/>
          </p:cNvPicPr>
          <p:nvPr>
            <p:ph type="pic" sz="quarter" idx="13"/>
          </p:nvPr>
        </p:nvPicPr>
        <p:blipFill>
          <a:blip r:embed="rId3"/>
          <a:srcRect l="24011" r="8580"/>
          <a:stretch>
            <a:fillRect/>
          </a:stretch>
        </p:blipFill>
        <p:spPr>
          <a:xfrm>
            <a:off x="257899" y="255814"/>
            <a:ext cx="4278085" cy="6346371"/>
          </a:xfrm>
        </p:spPr>
      </p:pic>
      <p:sp>
        <p:nvSpPr>
          <p:cNvPr id="2" name="Content Placeholder 1">
            <a:extLst>
              <a:ext uri="{FF2B5EF4-FFF2-40B4-BE49-F238E27FC236}">
                <a16:creationId xmlns:a16="http://schemas.microsoft.com/office/drawing/2014/main" id="{253E09D4-B674-4697-AF8C-EE7FC97FCFD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03520" y="1618488"/>
            <a:ext cx="6400800" cy="4480560"/>
          </a:xfrm>
        </p:spPr>
        <p:txBody>
          <a:bodyPr>
            <a:normAutofit/>
          </a:bodyPr>
          <a:lstStyle/>
          <a:p>
            <a:pPr marL="0" indent="0">
              <a:lnSpc>
                <a:spcPct val="140000"/>
              </a:lnSpc>
              <a:spcBef>
                <a:spcPts val="2500"/>
              </a:spcBef>
              <a:buFont typeface="Arial" panose="020B0604020202020204" pitchFamily="34" charset="0"/>
              <a:buNone/>
            </a:pPr>
            <a:r>
              <a:rPr lang="en-US" sz="1200" b="1"/>
              <a:t>Fundamentos Técnicos Iniciais</a:t>
            </a:r>
          </a:p>
          <a:p>
            <a:pPr marL="0" lvl="1" indent="0">
              <a:lnSpc>
                <a:spcPct val="140000"/>
              </a:lnSpc>
              <a:buFont typeface="Arial" panose="020B0604020202020204" pitchFamily="34" charset="0"/>
              <a:buNone/>
            </a:pPr>
            <a:r>
              <a:rPr lang="en-US" sz="1200"/>
              <a:t>A base sólida inclui Python, desenvolvimento backend e APIs REST essenciais para engenheiros de IA aplicarem conhecimentos na prática.</a:t>
            </a:r>
          </a:p>
          <a:p>
            <a:pPr marL="0" indent="0">
              <a:lnSpc>
                <a:spcPct val="140000"/>
              </a:lnSpc>
              <a:spcBef>
                <a:spcPts val="2500"/>
              </a:spcBef>
              <a:buFont typeface="Arial" panose="020B0604020202020204" pitchFamily="34" charset="0"/>
              <a:buNone/>
            </a:pPr>
            <a:r>
              <a:rPr lang="en-US" sz="1200" b="1"/>
              <a:t>IA Aplicada e Ferramentas</a:t>
            </a:r>
          </a:p>
          <a:p>
            <a:pPr marL="0" lvl="1" indent="0">
              <a:lnSpc>
                <a:spcPct val="140000"/>
              </a:lnSpc>
              <a:buFont typeface="Arial" panose="020B0604020202020204" pitchFamily="34" charset="0"/>
              <a:buNone/>
            </a:pPr>
            <a:r>
              <a:rPr lang="en-US" sz="1200"/>
              <a:t>Avança para IA aplicada com LLMs, prompt engineering, tool-calling e arquiteturas RAG para soluções inteligentes.</a:t>
            </a:r>
          </a:p>
          <a:p>
            <a:pPr marL="0" indent="0">
              <a:lnSpc>
                <a:spcPct val="140000"/>
              </a:lnSpc>
              <a:spcBef>
                <a:spcPts val="2500"/>
              </a:spcBef>
              <a:buFont typeface="Arial" panose="020B0604020202020204" pitchFamily="34" charset="0"/>
              <a:buNone/>
            </a:pPr>
            <a:r>
              <a:rPr lang="en-US" sz="1200" b="1"/>
              <a:t>Arquitetura Avançada e Integração</a:t>
            </a:r>
          </a:p>
          <a:p>
            <a:pPr marL="0" lvl="1" indent="0">
              <a:lnSpc>
                <a:spcPct val="140000"/>
              </a:lnSpc>
              <a:buFont typeface="Arial" panose="020B0604020202020204" pitchFamily="34" charset="0"/>
              <a:buNone/>
            </a:pPr>
            <a:r>
              <a:rPr lang="en-US" sz="1200"/>
              <a:t>Explora bancos vetoriais, re-ranking e múltiplas fontes de dados para arquiteturas sofisticadas e eficientes.</a:t>
            </a:r>
          </a:p>
          <a:p>
            <a:pPr marL="0" indent="0">
              <a:lnSpc>
                <a:spcPct val="140000"/>
              </a:lnSpc>
              <a:spcBef>
                <a:spcPts val="2500"/>
              </a:spcBef>
              <a:buFont typeface="Arial" panose="020B0604020202020204" pitchFamily="34" charset="0"/>
              <a:buNone/>
            </a:pPr>
            <a:r>
              <a:rPr lang="en-US" sz="1200" b="1"/>
              <a:t>Agentes Inteligentes e Automação</a:t>
            </a:r>
          </a:p>
          <a:p>
            <a:pPr marL="0" lvl="1" indent="0">
              <a:lnSpc>
                <a:spcPct val="140000"/>
              </a:lnSpc>
              <a:buFont typeface="Arial" panose="020B0604020202020204" pitchFamily="34" charset="0"/>
              <a:buNone/>
            </a:pPr>
            <a:r>
              <a:rPr lang="en-US" sz="1200"/>
              <a:t>Foca em agentes inteligentes, LangGraph, MCP e automação de processos complexos para soluções completas e impacto de negócio.</a:t>
            </a:r>
          </a:p>
        </p:txBody>
      </p:sp>
      <p:sp>
        <p:nvSpPr>
          <p:cNvPr id="4" name="Title 3">
            <a:extLst>
              <a:ext uri="{FF2B5EF4-FFF2-40B4-BE49-F238E27FC236}">
                <a16:creationId xmlns:a16="http://schemas.microsoft.com/office/drawing/2014/main" id="{EC6147F1-A2E6-8286-CBF0-34DA5DBC47BD}"/>
              </a:ext>
            </a:extLst>
          </p:cNvPr>
          <p:cNvSpPr>
            <a:spLocks noGrp="1"/>
          </p:cNvSpPr>
          <p:nvPr>
            <p:ph type="title"/>
          </p:nvPr>
        </p:nvSpPr>
        <p:spPr>
          <a:xfrm>
            <a:off x="5303519" y="457200"/>
            <a:ext cx="6400800" cy="932688"/>
          </a:xfrm>
        </p:spPr>
        <p:txBody>
          <a:bodyPr anchor="b">
            <a:normAutofit/>
          </a:bodyPr>
          <a:lstStyle/>
          <a:p>
            <a:r>
              <a:rPr lang="en-US" sz="3000"/>
              <a:t>Trilha Técnica Integrada</a:t>
            </a:r>
          </a:p>
        </p:txBody>
      </p:sp>
    </p:spTree>
    <p:extLst>
      <p:ext uri="{BB962C8B-B14F-4D97-AF65-F5344CB8AC3E}">
        <p14:creationId xmlns:p14="http://schemas.microsoft.com/office/powerpoint/2010/main" val="11009993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1_9DC67C8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57A7C9D-3208-856D-735C-0B806C32D032}"/>
              </a:ext>
            </a:extLst>
          </p:cNvPr>
          <p:cNvSpPr>
            <a:spLocks noGrp="1"/>
          </p:cNvSpPr>
          <p:nvPr>
            <p:ph type="subTitle" idx="1"/>
          </p:nvPr>
        </p:nvSpPr>
        <p:spPr>
          <a:xfrm>
            <a:off x="3215640" y="1796175"/>
            <a:ext cx="5760720" cy="1414091"/>
          </a:xfrm>
        </p:spPr>
        <p:txBody>
          <a:bodyPr anchor="b">
            <a:normAutofit/>
          </a:bodyPr>
          <a:lstStyle/>
          <a:p>
            <a:r>
              <a:rPr lang="en-US"/>
              <a:t>Desenvolvendo competências avançadas para engenharia de IA</a:t>
            </a:r>
          </a:p>
        </p:txBody>
      </p:sp>
      <p:sp>
        <p:nvSpPr>
          <p:cNvPr id="3" name="Title 2">
            <a:extLst>
              <a:ext uri="{FF2B5EF4-FFF2-40B4-BE49-F238E27FC236}">
                <a16:creationId xmlns:a16="http://schemas.microsoft.com/office/drawing/2014/main" id="{9015BFF1-E393-EBFB-F0A8-FE73635BCE81}"/>
              </a:ext>
            </a:extLst>
          </p:cNvPr>
          <p:cNvSpPr>
            <a:spLocks noGrp="1"/>
          </p:cNvSpPr>
          <p:nvPr>
            <p:ph type="ctrTitle"/>
          </p:nvPr>
        </p:nvSpPr>
        <p:spPr>
          <a:xfrm>
            <a:off x="2621280" y="3689939"/>
            <a:ext cx="6949440" cy="2790825"/>
          </a:xfrm>
        </p:spPr>
        <p:txBody>
          <a:bodyPr anchor="t">
            <a:normAutofit/>
          </a:bodyPr>
          <a:lstStyle/>
          <a:p>
            <a:r>
              <a:rPr lang="en-US"/>
              <a:t>Programa de Formação – Engenheiro de IA Pleno</a:t>
            </a:r>
          </a:p>
        </p:txBody>
      </p:sp>
    </p:spTree>
    <p:extLst>
      <p:ext uri="{BB962C8B-B14F-4D97-AF65-F5344CB8AC3E}">
        <p14:creationId xmlns:p14="http://schemas.microsoft.com/office/powerpoint/2010/main" val="2647030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3" grpId="0"/>
    </p:bldLst>
  </p:timing>
</p:sld>
</file>

<file path=ppt/slides/slide_A02_DFA3AB0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81BE8A-E235-F6E3-9E7F-AE3AB2A5F341}"/>
              </a:ext>
            </a:extLst>
          </p:cNvPr>
          <p:cNvSpPr>
            <a:spLocks noGrp="1"/>
          </p:cNvSpPr>
          <p:nvPr>
            <p:ph type="ctrTitle"/>
          </p:nvPr>
        </p:nvSpPr>
        <p:spPr>
          <a:xfrm>
            <a:off x="987552" y="301752"/>
            <a:ext cx="4654296" cy="6263640"/>
          </a:xfrm>
        </p:spPr>
        <p:txBody>
          <a:bodyPr anchor="ctr">
            <a:normAutofit/>
          </a:bodyPr>
          <a:lstStyle/>
          <a:p>
            <a:r>
              <a:rPr lang="en-US"/>
              <a:t>Contexto Estratégico e Objetivos do Programa</a:t>
            </a:r>
          </a:p>
        </p:txBody>
      </p:sp>
    </p:spTree>
    <p:extLst>
      <p:ext uri="{BB962C8B-B14F-4D97-AF65-F5344CB8AC3E}">
        <p14:creationId xmlns:p14="http://schemas.microsoft.com/office/powerpoint/2010/main" val="37520453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3_722510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Jovem professor e alunos na escola de programação, durante a aula.">
            <a:extLst>
              <a:ext uri="{FF2B5EF4-FFF2-40B4-BE49-F238E27FC236}">
                <a16:creationId xmlns:a16="http://schemas.microsoft.com/office/drawing/2014/main" id="{7B88C5E7-C2F2-4BC3-85FE-3958870F6EB6}"/>
              </a:ext>
            </a:extLst>
          </p:cNvPr>
          <p:cNvPicPr>
            <a:picLocks noGrp="1" noChangeAspect="1"/>
          </p:cNvPicPr>
          <p:nvPr>
            <p:ph type="pic" sz="quarter" idx="13"/>
          </p:nvPr>
        </p:nvPicPr>
        <p:blipFill>
          <a:blip r:embed="rId3"/>
          <a:srcRect l="20096" r="34907" b="-1"/>
          <a:stretch>
            <a:fillRect/>
          </a:stretch>
        </p:blipFill>
        <p:spPr>
          <a:xfrm>
            <a:off x="257899" y="255814"/>
            <a:ext cx="4278085" cy="6346371"/>
          </a:xfrm>
        </p:spPr>
      </p:pic>
      <p:sp>
        <p:nvSpPr>
          <p:cNvPr id="2" name="Content Placeholder 1">
            <a:extLst>
              <a:ext uri="{FF2B5EF4-FFF2-40B4-BE49-F238E27FC236}">
                <a16:creationId xmlns:a16="http://schemas.microsoft.com/office/drawing/2014/main" id="{20DFB75D-F157-EDB0-5BB1-38D85CE53AF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03520" y="1618488"/>
            <a:ext cx="6400800" cy="4480560"/>
          </a:xfrm>
        </p:spPr>
        <p:txBody>
          <a:bodyPr>
            <a:normAutofit/>
          </a:bodyPr>
          <a:lstStyle/>
          <a:p>
            <a:pPr marL="0" indent="0">
              <a:lnSpc>
                <a:spcPct val="140000"/>
              </a:lnSpc>
              <a:spcBef>
                <a:spcPts val="2500"/>
              </a:spcBef>
              <a:buFont typeface="Arial" panose="020B0604020202020204" pitchFamily="34" charset="0"/>
              <a:buNone/>
            </a:pPr>
            <a:r>
              <a:rPr lang="en-US" sz="1200" b="1"/>
              <a:t>Abordagem Prática e Projetos Reais</a:t>
            </a:r>
          </a:p>
          <a:p>
            <a:pPr marL="0" lvl="1" indent="0">
              <a:lnSpc>
                <a:spcPct val="140000"/>
              </a:lnSpc>
              <a:buFont typeface="Arial" panose="020B0604020202020204" pitchFamily="34" charset="0"/>
              <a:buNone/>
            </a:pPr>
            <a:r>
              <a:rPr lang="en-US" sz="1200"/>
              <a:t>O programa foca em projetos reais, simulando desafios de consultoria e grandes empresas com aplicação prática.</a:t>
            </a:r>
          </a:p>
          <a:p>
            <a:pPr marL="0" indent="0">
              <a:lnSpc>
                <a:spcPct val="140000"/>
              </a:lnSpc>
              <a:spcBef>
                <a:spcPts val="2500"/>
              </a:spcBef>
              <a:buFont typeface="Arial" panose="020B0604020202020204" pitchFamily="34" charset="0"/>
              <a:buNone/>
            </a:pPr>
            <a:r>
              <a:rPr lang="en-US" sz="1200" b="1"/>
              <a:t>Tecnologias e Técnicas Avançadas</a:t>
            </a:r>
          </a:p>
          <a:p>
            <a:pPr marL="0" lvl="1" indent="0">
              <a:lnSpc>
                <a:spcPct val="140000"/>
              </a:lnSpc>
              <a:buFont typeface="Arial" panose="020B0604020202020204" pitchFamily="34" charset="0"/>
              <a:buNone/>
            </a:pPr>
            <a:r>
              <a:rPr lang="en-US" sz="1200"/>
              <a:t>Os participantes aprendem backend Python, integração com LLMs, arquiteturas RAG, re-ranking e orquestração de agentes inteligentes.</a:t>
            </a:r>
          </a:p>
          <a:p>
            <a:pPr marL="0" indent="0">
              <a:lnSpc>
                <a:spcPct val="140000"/>
              </a:lnSpc>
              <a:spcBef>
                <a:spcPts val="2500"/>
              </a:spcBef>
              <a:buFont typeface="Arial" panose="020B0604020202020204" pitchFamily="34" charset="0"/>
              <a:buNone/>
            </a:pPr>
            <a:r>
              <a:rPr lang="en-US" sz="1200" b="1"/>
              <a:t>Foco em Visão de Produto</a:t>
            </a:r>
          </a:p>
          <a:p>
            <a:pPr marL="0" lvl="1" indent="0">
              <a:lnSpc>
                <a:spcPct val="140000"/>
              </a:lnSpc>
              <a:buFont typeface="Arial" panose="020B0604020202020204" pitchFamily="34" charset="0"/>
              <a:buNone/>
            </a:pPr>
            <a:r>
              <a:rPr lang="en-US" sz="1200"/>
              <a:t>Decisões técnicas são guiadas por critérios como confiabilidade, custo, previsibilidade e impacto operacional.</a:t>
            </a:r>
          </a:p>
          <a:p>
            <a:pPr marL="0" indent="0">
              <a:lnSpc>
                <a:spcPct val="140000"/>
              </a:lnSpc>
              <a:spcBef>
                <a:spcPts val="2500"/>
              </a:spcBef>
              <a:buFont typeface="Arial" panose="020B0604020202020204" pitchFamily="34" charset="0"/>
              <a:buNone/>
            </a:pPr>
            <a:r>
              <a:rPr lang="en-US" sz="1200" b="1"/>
              <a:t>Preparação para Avaliações Externas</a:t>
            </a:r>
          </a:p>
          <a:p>
            <a:pPr marL="0" lvl="1" indent="0">
              <a:lnSpc>
                <a:spcPct val="140000"/>
              </a:lnSpc>
              <a:buFont typeface="Arial" panose="020B0604020202020204" pitchFamily="34" charset="0"/>
              <a:buNone/>
            </a:pPr>
            <a:r>
              <a:rPr lang="en-US" sz="1200"/>
              <a:t>Treinamento inclui preparação para entrevistas técnicas e apresentações executivas claras e eficazes.</a:t>
            </a:r>
          </a:p>
        </p:txBody>
      </p:sp>
      <p:sp>
        <p:nvSpPr>
          <p:cNvPr id="4" name="Title 3">
            <a:extLst>
              <a:ext uri="{FF2B5EF4-FFF2-40B4-BE49-F238E27FC236}">
                <a16:creationId xmlns:a16="http://schemas.microsoft.com/office/drawing/2014/main" id="{45282C1B-68BE-5B6D-24E2-E482051D13DA}"/>
              </a:ext>
            </a:extLst>
          </p:cNvPr>
          <p:cNvSpPr>
            <a:spLocks noGrp="1"/>
          </p:cNvSpPr>
          <p:nvPr>
            <p:ph type="title"/>
          </p:nvPr>
        </p:nvSpPr>
        <p:spPr>
          <a:xfrm>
            <a:off x="5303519" y="457200"/>
            <a:ext cx="6400800" cy="932688"/>
          </a:xfrm>
        </p:spPr>
        <p:txBody>
          <a:bodyPr anchor="b">
            <a:normAutofit/>
          </a:bodyPr>
          <a:lstStyle/>
          <a:p>
            <a:r>
              <a:rPr lang="en-US" sz="3000"/>
              <a:t>Visão Geral do Programa de Formação em IA</a:t>
            </a:r>
          </a:p>
        </p:txBody>
      </p:sp>
    </p:spTree>
    <p:extLst>
      <p:ext uri="{BB962C8B-B14F-4D97-AF65-F5344CB8AC3E}">
        <p14:creationId xmlns:p14="http://schemas.microsoft.com/office/powerpoint/2010/main" val="19150316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4_16B4F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Espaço moderno e vazio de escritório com conexões.">
            <a:extLst>
              <a:ext uri="{FF2B5EF4-FFF2-40B4-BE49-F238E27FC236}">
                <a16:creationId xmlns:a16="http://schemas.microsoft.com/office/drawing/2014/main" id="{4456321A-BA1B-4682-A20F-5B0F48E3DB61}"/>
              </a:ext>
            </a:extLst>
          </p:cNvPr>
          <p:cNvPicPr>
            <a:picLocks noGrp="1" noChangeAspect="1"/>
          </p:cNvPicPr>
          <p:nvPr>
            <p:ph type="pic" sz="quarter" idx="13"/>
          </p:nvPr>
        </p:nvPicPr>
        <p:blipFill>
          <a:blip r:embed="rId3"/>
          <a:srcRect l="7102" r="12864" b="3"/>
          <a:stretch>
            <a:fillRect/>
          </a:stretch>
        </p:blipFill>
        <p:spPr>
          <a:xfrm>
            <a:off x="811715" y="2522754"/>
            <a:ext cx="4262258" cy="3554740"/>
          </a:xfrm>
        </p:spPr>
      </p:pic>
      <p:sp>
        <p:nvSpPr>
          <p:cNvPr id="2" name="Content Placeholder 1">
            <a:extLst>
              <a:ext uri="{FF2B5EF4-FFF2-40B4-BE49-F238E27FC236}">
                <a16:creationId xmlns:a16="http://schemas.microsoft.com/office/drawing/2014/main" id="{C77C91BE-D3C1-14A9-7BA5-3B0ED3EAB77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sz="1400" b="1"/>
              <a:t>Mercado em Transformação</a:t>
            </a:r>
          </a:p>
          <a:p>
            <a:pPr marL="0" lvl="1" indent="0">
              <a:buFont typeface="Arial" panose="020B0604020202020204" pitchFamily="34" charset="0"/>
              <a:buNone/>
            </a:pPr>
            <a:r>
              <a:rPr lang="en-US" sz="1400"/>
              <a:t>A maturação dos modelos de linguagem impulsiona mudanças em processos corporativos críticos, buscando eficiência e automação.</a:t>
            </a:r>
          </a:p>
          <a:p>
            <a:pPr marL="0" indent="0">
              <a:spcBef>
                <a:spcPts val="2500"/>
              </a:spcBef>
              <a:buFont typeface="Arial" panose="020B0604020202020204" pitchFamily="34" charset="0"/>
              <a:buNone/>
            </a:pPr>
            <a:r>
              <a:rPr lang="en-US" sz="1400" b="1"/>
              <a:t>Desafios Técnicos</a:t>
            </a:r>
          </a:p>
          <a:p>
            <a:pPr marL="0" lvl="1" indent="0">
              <a:buFont typeface="Arial" panose="020B0604020202020204" pitchFamily="34" charset="0"/>
              <a:buNone/>
            </a:pPr>
            <a:r>
              <a:rPr lang="en-US" sz="1400"/>
              <a:t>Dependência de processos manuais e complexidade técnica dificultam a medição do retorno de iniciativas de IA.</a:t>
            </a:r>
          </a:p>
          <a:p>
            <a:pPr marL="0" indent="0">
              <a:spcBef>
                <a:spcPts val="2500"/>
              </a:spcBef>
              <a:buFont typeface="Arial" panose="020B0604020202020204" pitchFamily="34" charset="0"/>
              <a:buNone/>
            </a:pPr>
            <a:r>
              <a:rPr lang="en-US" sz="1400" b="1"/>
              <a:t>Necessidade de Soluções Robústas</a:t>
            </a:r>
          </a:p>
          <a:p>
            <a:pPr marL="0" lvl="1" indent="0">
              <a:buFont typeface="Arial" panose="020B0604020202020204" pitchFamily="34" charset="0"/>
              <a:buNone/>
            </a:pPr>
            <a:r>
              <a:rPr lang="en-US" sz="1400"/>
              <a:t>Engenheiros precisam construir APIs, integrar dados, aplicar RAG e orquestrar fluxos multi-step confiáveis.</a:t>
            </a:r>
          </a:p>
          <a:p>
            <a:pPr marL="0" indent="0">
              <a:spcBef>
                <a:spcPts val="2500"/>
              </a:spcBef>
              <a:buFont typeface="Arial" panose="020B0604020202020204" pitchFamily="34" charset="0"/>
              <a:buNone/>
            </a:pPr>
            <a:r>
              <a:rPr lang="en-US" sz="1400" b="1"/>
              <a:t>Governança e Estratégia</a:t>
            </a:r>
          </a:p>
          <a:p>
            <a:pPr marL="0" lvl="1" indent="0">
              <a:buFont typeface="Arial" panose="020B0604020202020204" pitchFamily="34" charset="0"/>
              <a:buNone/>
            </a:pPr>
            <a:r>
              <a:rPr lang="en-US" sz="1400"/>
              <a:t>Pressão por padrões, governança e soluções que gerem valor mensurável para stakeholders não técnicos.</a:t>
            </a:r>
          </a:p>
        </p:txBody>
      </p:sp>
      <p:sp>
        <p:nvSpPr>
          <p:cNvPr id="4" name="Title 3">
            <a:extLst>
              <a:ext uri="{FF2B5EF4-FFF2-40B4-BE49-F238E27FC236}">
                <a16:creationId xmlns:a16="http://schemas.microsoft.com/office/drawing/2014/main" id="{C5F0D0DF-B600-5D83-A207-4FFCE3FBB093}"/>
              </a:ext>
            </a:extLst>
          </p:cNvPr>
          <p:cNvSpPr>
            <a:spLocks noGrp="1"/>
          </p:cNvSpPr>
          <p:nvPr>
            <p:ph type="title"/>
          </p:nvPr>
        </p:nvSpPr>
        <p:spPr>
          <a:xfrm>
            <a:off x="612648" y="548639"/>
            <a:ext cx="4672584" cy="1453896"/>
          </a:xfrm>
        </p:spPr>
        <p:txBody>
          <a:bodyPr anchor="b">
            <a:normAutofit/>
          </a:bodyPr>
          <a:lstStyle/>
          <a:p>
            <a:r>
              <a:rPr lang="en-US" sz="2800"/>
              <a:t>Contexto de Mercado e Desafios de Negócio</a:t>
            </a:r>
          </a:p>
        </p:txBody>
      </p:sp>
    </p:spTree>
    <p:extLst>
      <p:ext uri="{BB962C8B-B14F-4D97-AF65-F5344CB8AC3E}">
        <p14:creationId xmlns:p14="http://schemas.microsoft.com/office/powerpoint/2010/main" val="380957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5_BACE21B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Resumo Digital, Inteligência Artificial e Conceito de Contexto Empresarial">
            <a:extLst>
              <a:ext uri="{FF2B5EF4-FFF2-40B4-BE49-F238E27FC236}">
                <a16:creationId xmlns:a16="http://schemas.microsoft.com/office/drawing/2014/main" id="{C9FCE3AC-3D0B-44F2-98BE-E2CEE18ECBDF}"/>
              </a:ext>
            </a:extLst>
          </p:cNvPr>
          <p:cNvPicPr>
            <a:picLocks noGrp="1" noChangeAspect="1"/>
          </p:cNvPicPr>
          <p:nvPr>
            <p:ph type="pic" sz="quarter" idx="13"/>
          </p:nvPr>
        </p:nvPicPr>
        <p:blipFill>
          <a:blip r:embed="rId3"/>
          <a:srcRect l="13307" r="19248" b="1"/>
          <a:stretch>
            <a:fillRect/>
          </a:stretch>
        </p:blipFill>
        <p:spPr>
          <a:xfrm>
            <a:off x="811715" y="2522754"/>
            <a:ext cx="4262258" cy="3554740"/>
          </a:xfrm>
        </p:spPr>
      </p:pic>
      <p:sp>
        <p:nvSpPr>
          <p:cNvPr id="2" name="Content Placeholder 1">
            <a:extLst>
              <a:ext uri="{FF2B5EF4-FFF2-40B4-BE49-F238E27FC236}">
                <a16:creationId xmlns:a16="http://schemas.microsoft.com/office/drawing/2014/main" id="{073C456F-ACA1-72C0-A8C4-77ED7B3591B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lnSpc>
                <a:spcPct val="140000"/>
              </a:lnSpc>
              <a:spcBef>
                <a:spcPts val="2500"/>
              </a:spcBef>
              <a:buFont typeface="Arial" panose="020B0604020202020204" pitchFamily="34" charset="0"/>
              <a:buNone/>
            </a:pPr>
            <a:r>
              <a:rPr lang="en-US" sz="1400" b="1"/>
              <a:t>Desenvolvimento Backend com Python</a:t>
            </a:r>
          </a:p>
          <a:p>
            <a:pPr marL="0" lvl="1" indent="0">
              <a:lnSpc>
                <a:spcPct val="140000"/>
              </a:lnSpc>
              <a:buFont typeface="Arial" panose="020B0604020202020204" pitchFamily="34" charset="0"/>
              <a:buNone/>
            </a:pPr>
            <a:r>
              <a:rPr lang="en-US" sz="1400"/>
              <a:t>Capacitação para criar soluções backend usando Python e FastAPI, com contratos definidos e validação rigorosa de schemas.</a:t>
            </a:r>
          </a:p>
          <a:p>
            <a:pPr marL="0" indent="0">
              <a:lnSpc>
                <a:spcPct val="140000"/>
              </a:lnSpc>
              <a:spcBef>
                <a:spcPts val="2500"/>
              </a:spcBef>
              <a:buFont typeface="Arial" panose="020B0604020202020204" pitchFamily="34" charset="0"/>
              <a:buNone/>
            </a:pPr>
            <a:r>
              <a:rPr lang="en-US" sz="1400" b="1"/>
              <a:t>Domínio de IA Generativa</a:t>
            </a:r>
          </a:p>
          <a:p>
            <a:pPr marL="0" lvl="1" indent="0">
              <a:lnSpc>
                <a:spcPct val="140000"/>
              </a:lnSpc>
              <a:buFont typeface="Arial" panose="020B0604020202020204" pitchFamily="34" charset="0"/>
              <a:buNone/>
            </a:pPr>
            <a:r>
              <a:rPr lang="en-US" sz="1400"/>
              <a:t>Aplicação de IA generativa com prompt engineering orientado a produto, ferramentas de tool-calling e integração com APIs externas.</a:t>
            </a:r>
          </a:p>
          <a:p>
            <a:pPr marL="0" indent="0">
              <a:lnSpc>
                <a:spcPct val="140000"/>
              </a:lnSpc>
              <a:spcBef>
                <a:spcPts val="2500"/>
              </a:spcBef>
              <a:buFont typeface="Arial" panose="020B0604020202020204" pitchFamily="34" charset="0"/>
              <a:buNone/>
            </a:pPr>
            <a:r>
              <a:rPr lang="en-US" sz="1400" b="1"/>
              <a:t>Arquiteturas RAG Avançadas</a:t>
            </a:r>
          </a:p>
          <a:p>
            <a:pPr marL="0" lvl="1" indent="0">
              <a:lnSpc>
                <a:spcPct val="140000"/>
              </a:lnSpc>
              <a:buFont typeface="Arial" panose="020B0604020202020204" pitchFamily="34" charset="0"/>
              <a:buNone/>
            </a:pPr>
            <a:r>
              <a:rPr lang="en-US" sz="1400"/>
              <a:t>Compreensão e aplicação de arquiteturas RAG para criar pipelines eficientes, re-ranking e avaliação de respostas.</a:t>
            </a:r>
          </a:p>
          <a:p>
            <a:pPr marL="0" indent="0">
              <a:lnSpc>
                <a:spcPct val="140000"/>
              </a:lnSpc>
              <a:spcBef>
                <a:spcPts val="2500"/>
              </a:spcBef>
              <a:buFont typeface="Arial" panose="020B0604020202020204" pitchFamily="34" charset="0"/>
              <a:buNone/>
            </a:pPr>
            <a:r>
              <a:rPr lang="en-US" sz="1400" b="1"/>
              <a:t>Orquestração de Agentes Inteligentes</a:t>
            </a:r>
          </a:p>
          <a:p>
            <a:pPr marL="0" lvl="1" indent="0">
              <a:lnSpc>
                <a:spcPct val="140000"/>
              </a:lnSpc>
              <a:buFont typeface="Arial" panose="020B0604020202020204" pitchFamily="34" charset="0"/>
              <a:buNone/>
            </a:pPr>
            <a:r>
              <a:rPr lang="en-US" sz="1400"/>
              <a:t>Desenvolvimento de competências para automatizar processos com agentes inteligentes usando frameworks e padrões modernos.</a:t>
            </a:r>
          </a:p>
        </p:txBody>
      </p:sp>
      <p:sp>
        <p:nvSpPr>
          <p:cNvPr id="4" name="Title 3">
            <a:extLst>
              <a:ext uri="{FF2B5EF4-FFF2-40B4-BE49-F238E27FC236}">
                <a16:creationId xmlns:a16="http://schemas.microsoft.com/office/drawing/2014/main" id="{7356241D-2414-F28A-2990-B22BB57AFA1F}"/>
              </a:ext>
            </a:extLst>
          </p:cNvPr>
          <p:cNvSpPr>
            <a:spLocks noGrp="1"/>
          </p:cNvSpPr>
          <p:nvPr>
            <p:ph type="title"/>
          </p:nvPr>
        </p:nvSpPr>
        <p:spPr>
          <a:xfrm>
            <a:off x="612648" y="548639"/>
            <a:ext cx="4672584" cy="1453896"/>
          </a:xfrm>
        </p:spPr>
        <p:txBody>
          <a:bodyPr anchor="b">
            <a:normAutofit/>
          </a:bodyPr>
          <a:lstStyle/>
          <a:p>
            <a:r>
              <a:rPr lang="en-US" sz="3300"/>
              <a:t>Objetivos e Resultados Esperados</a:t>
            </a:r>
          </a:p>
        </p:txBody>
      </p:sp>
    </p:spTree>
    <p:extLst>
      <p:ext uri="{BB962C8B-B14F-4D97-AF65-F5344CB8AC3E}">
        <p14:creationId xmlns:p14="http://schemas.microsoft.com/office/powerpoint/2010/main" val="3134071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6_EFF05A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AEEA1D-3835-FC47-19D1-E70ED3146BEA}"/>
              </a:ext>
            </a:extLst>
          </p:cNvPr>
          <p:cNvSpPr>
            <a:spLocks noGrp="1"/>
          </p:cNvSpPr>
          <p:nvPr>
            <p:ph type="ctrTitle"/>
          </p:nvPr>
        </p:nvSpPr>
        <p:spPr>
          <a:xfrm>
            <a:off x="987552" y="301752"/>
            <a:ext cx="4654296" cy="6263640"/>
          </a:xfrm>
        </p:spPr>
        <p:txBody>
          <a:bodyPr anchor="ctr">
            <a:normAutofit/>
          </a:bodyPr>
          <a:lstStyle/>
          <a:p>
            <a:r>
              <a:rPr lang="en-US"/>
              <a:t>Estrutura e Metodologia do Programa</a:t>
            </a:r>
          </a:p>
        </p:txBody>
      </p:sp>
    </p:spTree>
    <p:extLst>
      <p:ext uri="{BB962C8B-B14F-4D97-AF65-F5344CB8AC3E}">
        <p14:creationId xmlns:p14="http://schemas.microsoft.com/office/powerpoint/2010/main" val="40255064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7_81B0D3A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Represa Cunnamulla transbordando após um grande evento de chuva.">
            <a:extLst>
              <a:ext uri="{FF2B5EF4-FFF2-40B4-BE49-F238E27FC236}">
                <a16:creationId xmlns:a16="http://schemas.microsoft.com/office/drawing/2014/main" id="{59D8607A-0150-4211-A96C-CF00092ED5A1}"/>
              </a:ext>
            </a:extLst>
          </p:cNvPr>
          <p:cNvPicPr>
            <a:picLocks noGrp="1" noChangeAspect="1"/>
          </p:cNvPicPr>
          <p:nvPr>
            <p:ph type="pic" sz="quarter" idx="13"/>
          </p:nvPr>
        </p:nvPicPr>
        <p:blipFill>
          <a:blip r:embed="rId3"/>
          <a:srcRect l="786" r="19181" b="3"/>
          <a:stretch>
            <a:fillRect/>
          </a:stretch>
        </p:blipFill>
        <p:spPr>
          <a:xfrm>
            <a:off x="811715" y="2522754"/>
            <a:ext cx="4262258" cy="3554740"/>
          </a:xfrm>
        </p:spPr>
      </p:pic>
      <p:sp>
        <p:nvSpPr>
          <p:cNvPr id="2" name="Content Placeholder 1">
            <a:extLst>
              <a:ext uri="{FF2B5EF4-FFF2-40B4-BE49-F238E27FC236}">
                <a16:creationId xmlns:a16="http://schemas.microsoft.com/office/drawing/2014/main" id="{6F41BF51-22B9-0484-FE58-509CCA74FFB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sz="1400" b="1"/>
              <a:t>Semana 1: Fundamentos Essenciais</a:t>
            </a:r>
          </a:p>
          <a:p>
            <a:pPr marL="0" lvl="1" indent="0">
              <a:buFont typeface="Arial" panose="020B0604020202020204" pitchFamily="34" charset="0"/>
              <a:buNone/>
            </a:pPr>
            <a:r>
              <a:rPr lang="en-US" sz="1400"/>
              <a:t>Consolidação de backend, APIs REST e integração com LLMs para formar a base do programa.</a:t>
            </a:r>
          </a:p>
          <a:p>
            <a:pPr marL="0" indent="0">
              <a:spcBef>
                <a:spcPts val="2500"/>
              </a:spcBef>
              <a:buFont typeface="Arial" panose="020B0604020202020204" pitchFamily="34" charset="0"/>
              <a:buNone/>
            </a:pPr>
            <a:r>
              <a:rPr lang="en-US" sz="1400" b="1"/>
              <a:t>Semana 2: Qualidade da Informação</a:t>
            </a:r>
          </a:p>
          <a:p>
            <a:pPr marL="0" lvl="1" indent="0">
              <a:buFont typeface="Arial" panose="020B0604020202020204" pitchFamily="34" charset="0"/>
              <a:buNone/>
            </a:pPr>
            <a:r>
              <a:rPr lang="en-US" sz="1400"/>
              <a:t>Foco em arquiteturas RAG, bancos vetoriais e re-ranking para garantir precisão em IA generativa.</a:t>
            </a:r>
          </a:p>
          <a:p>
            <a:pPr marL="0" indent="0">
              <a:spcBef>
                <a:spcPts val="2500"/>
              </a:spcBef>
              <a:buFont typeface="Arial" panose="020B0604020202020204" pitchFamily="34" charset="0"/>
              <a:buNone/>
            </a:pPr>
            <a:r>
              <a:rPr lang="en-US" sz="1400" b="1"/>
              <a:t>Semana 3: Agentes e Automação</a:t>
            </a:r>
          </a:p>
          <a:p>
            <a:pPr marL="0" lvl="1" indent="0">
              <a:buFont typeface="Arial" panose="020B0604020202020204" pitchFamily="34" charset="0"/>
              <a:buNone/>
            </a:pPr>
            <a:r>
              <a:rPr lang="en-US" sz="1400"/>
              <a:t>Introdução a agentes inteligentes, orquestração LangGraph e execução de fluxos multi-step.</a:t>
            </a:r>
          </a:p>
          <a:p>
            <a:pPr marL="0" indent="0">
              <a:spcBef>
                <a:spcPts val="2500"/>
              </a:spcBef>
              <a:buFont typeface="Arial" panose="020B0604020202020204" pitchFamily="34" charset="0"/>
              <a:buNone/>
            </a:pPr>
            <a:r>
              <a:rPr lang="en-US" sz="1400" b="1"/>
              <a:t>Semana 4: Consolidação e Preparação</a:t>
            </a:r>
          </a:p>
          <a:p>
            <a:pPr marL="0" lvl="1" indent="0">
              <a:buFont typeface="Arial" panose="020B0604020202020204" pitchFamily="34" charset="0"/>
              <a:buNone/>
            </a:pPr>
            <a:r>
              <a:rPr lang="en-US" sz="1400"/>
              <a:t>Refinamento das soluções, definição de métricas e preparação para apresentações e entrevistas.</a:t>
            </a:r>
          </a:p>
        </p:txBody>
      </p:sp>
      <p:sp>
        <p:nvSpPr>
          <p:cNvPr id="4" name="Title 3">
            <a:extLst>
              <a:ext uri="{FF2B5EF4-FFF2-40B4-BE49-F238E27FC236}">
                <a16:creationId xmlns:a16="http://schemas.microsoft.com/office/drawing/2014/main" id="{1726B0F7-9FC3-EA21-7CAA-5BD9E3C68EC1}"/>
              </a:ext>
            </a:extLst>
          </p:cNvPr>
          <p:cNvSpPr>
            <a:spLocks noGrp="1"/>
          </p:cNvSpPr>
          <p:nvPr>
            <p:ph type="title"/>
          </p:nvPr>
        </p:nvSpPr>
        <p:spPr>
          <a:xfrm>
            <a:off x="612648" y="548639"/>
            <a:ext cx="4672584" cy="1453896"/>
          </a:xfrm>
        </p:spPr>
        <p:txBody>
          <a:bodyPr anchor="b">
            <a:normAutofit/>
          </a:bodyPr>
          <a:lstStyle/>
          <a:p>
            <a:r>
              <a:rPr lang="en-US" sz="3300"/>
              <a:t>Estrutura Geral de Quatro Semanas</a:t>
            </a:r>
          </a:p>
        </p:txBody>
      </p:sp>
    </p:spTree>
    <p:extLst>
      <p:ext uri="{BB962C8B-B14F-4D97-AF65-F5344CB8AC3E}">
        <p14:creationId xmlns:p14="http://schemas.microsoft.com/office/powerpoint/2010/main" val="21758493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8_B091F1B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rquiteto, capataz e supervisor analisando as plantas">
            <a:extLst>
              <a:ext uri="{FF2B5EF4-FFF2-40B4-BE49-F238E27FC236}">
                <a16:creationId xmlns:a16="http://schemas.microsoft.com/office/drawing/2014/main" id="{FAEE80EF-1551-454F-AF93-E1FEDE052E2E}"/>
              </a:ext>
            </a:extLst>
          </p:cNvPr>
          <p:cNvPicPr>
            <a:picLocks noGrp="1" noChangeAspect="1"/>
          </p:cNvPicPr>
          <p:nvPr>
            <p:ph type="pic" sz="quarter" idx="13"/>
          </p:nvPr>
        </p:nvPicPr>
        <p:blipFill>
          <a:blip r:embed="rId3"/>
          <a:srcRect l="28426" r="26577" b="-1"/>
          <a:stretch>
            <a:fillRect/>
          </a:stretch>
        </p:blipFill>
        <p:spPr>
          <a:xfrm>
            <a:off x="257899" y="255814"/>
            <a:ext cx="4278085" cy="6346371"/>
          </a:xfrm>
        </p:spPr>
      </p:pic>
      <p:sp>
        <p:nvSpPr>
          <p:cNvPr id="2" name="Content Placeholder 1">
            <a:extLst>
              <a:ext uri="{FF2B5EF4-FFF2-40B4-BE49-F238E27FC236}">
                <a16:creationId xmlns:a16="http://schemas.microsoft.com/office/drawing/2014/main" id="{487EFAE5-9AA8-2272-F702-A33BC3FF534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03520" y="1618488"/>
            <a:ext cx="6400800" cy="4480560"/>
          </a:xfrm>
        </p:spPr>
        <p:txBody>
          <a:bodyPr>
            <a:normAutofit/>
          </a:bodyPr>
          <a:lstStyle/>
          <a:p>
            <a:pPr marL="0" indent="0">
              <a:lnSpc>
                <a:spcPct val="140000"/>
              </a:lnSpc>
              <a:spcBef>
                <a:spcPts val="2500"/>
              </a:spcBef>
              <a:buFont typeface="Arial" panose="020B0604020202020204" pitchFamily="34" charset="0"/>
              <a:buNone/>
            </a:pPr>
            <a:r>
              <a:rPr lang="en-US" sz="1200" b="1"/>
              <a:t>Etapa Learn</a:t>
            </a:r>
          </a:p>
          <a:p>
            <a:pPr marL="0" lvl="1" indent="0">
              <a:lnSpc>
                <a:spcPct val="140000"/>
              </a:lnSpc>
              <a:buFont typeface="Arial" panose="020B0604020202020204" pitchFamily="34" charset="0"/>
              <a:buNone/>
            </a:pPr>
            <a:r>
              <a:rPr lang="en-US" sz="1200"/>
              <a:t>Os participantes estudam conceitos e exemplos práticos contextualizados em problemas reais de negócio.</a:t>
            </a:r>
          </a:p>
          <a:p>
            <a:pPr marL="0" indent="0">
              <a:lnSpc>
                <a:spcPct val="140000"/>
              </a:lnSpc>
              <a:spcBef>
                <a:spcPts val="2500"/>
              </a:spcBef>
              <a:buFont typeface="Arial" panose="020B0604020202020204" pitchFamily="34" charset="0"/>
              <a:buNone/>
            </a:pPr>
            <a:r>
              <a:rPr lang="en-US" sz="1200" b="1"/>
              <a:t>Fase Build</a:t>
            </a:r>
          </a:p>
          <a:p>
            <a:pPr marL="0" lvl="1" indent="0">
              <a:lnSpc>
                <a:spcPct val="140000"/>
              </a:lnSpc>
              <a:buFont typeface="Arial" panose="020B0604020202020204" pitchFamily="34" charset="0"/>
              <a:buNone/>
            </a:pPr>
            <a:r>
              <a:rPr lang="en-US" sz="1200"/>
              <a:t>Aplicação do conhecimento na construção de soluções com código, arquitetura e documentação.</a:t>
            </a:r>
          </a:p>
          <a:p>
            <a:pPr marL="0" indent="0">
              <a:lnSpc>
                <a:spcPct val="140000"/>
              </a:lnSpc>
              <a:spcBef>
                <a:spcPts val="2500"/>
              </a:spcBef>
              <a:buFont typeface="Arial" panose="020B0604020202020204" pitchFamily="34" charset="0"/>
              <a:buNone/>
            </a:pPr>
            <a:r>
              <a:rPr lang="en-US" sz="1200" b="1"/>
              <a:t>Fase Explain</a:t>
            </a:r>
          </a:p>
          <a:p>
            <a:pPr marL="0" lvl="1" indent="0">
              <a:lnSpc>
                <a:spcPct val="140000"/>
              </a:lnSpc>
              <a:buFont typeface="Arial" panose="020B0604020202020204" pitchFamily="34" charset="0"/>
              <a:buNone/>
            </a:pPr>
            <a:r>
              <a:rPr lang="en-US" sz="1200"/>
              <a:t>Desenvolvimento de comunicação técnica clara para explicar decisões e trade-offs.</a:t>
            </a:r>
          </a:p>
          <a:p>
            <a:pPr marL="0" indent="0">
              <a:lnSpc>
                <a:spcPct val="140000"/>
              </a:lnSpc>
              <a:spcBef>
                <a:spcPts val="2500"/>
              </a:spcBef>
              <a:buFont typeface="Arial" panose="020B0604020202020204" pitchFamily="34" charset="0"/>
              <a:buNone/>
            </a:pPr>
            <a:r>
              <a:rPr lang="en-US" sz="1200" b="1"/>
              <a:t>Fase Defend</a:t>
            </a:r>
          </a:p>
          <a:p>
            <a:pPr marL="0" lvl="1" indent="0">
              <a:lnSpc>
                <a:spcPct val="140000"/>
              </a:lnSpc>
              <a:buFont typeface="Arial" panose="020B0604020202020204" pitchFamily="34" charset="0"/>
              <a:buNone/>
            </a:pPr>
            <a:r>
              <a:rPr lang="en-US" sz="1200"/>
              <a:t>Simulação de entrevistas e apresentações para justificar escolhas e demonstrar domínio.</a:t>
            </a:r>
          </a:p>
        </p:txBody>
      </p:sp>
      <p:sp>
        <p:nvSpPr>
          <p:cNvPr id="4" name="Title 3">
            <a:extLst>
              <a:ext uri="{FF2B5EF4-FFF2-40B4-BE49-F238E27FC236}">
                <a16:creationId xmlns:a16="http://schemas.microsoft.com/office/drawing/2014/main" id="{A39721CA-D510-166A-7630-D3D881D06FE5}"/>
              </a:ext>
            </a:extLst>
          </p:cNvPr>
          <p:cNvSpPr>
            <a:spLocks noGrp="1"/>
          </p:cNvSpPr>
          <p:nvPr>
            <p:ph type="title"/>
          </p:nvPr>
        </p:nvSpPr>
        <p:spPr>
          <a:xfrm>
            <a:off x="5303519" y="457200"/>
            <a:ext cx="6400800" cy="932688"/>
          </a:xfrm>
        </p:spPr>
        <p:txBody>
          <a:bodyPr anchor="b">
            <a:normAutofit/>
          </a:bodyPr>
          <a:lstStyle/>
          <a:p>
            <a:r>
              <a:rPr lang="en-US" sz="3000"/>
              <a:t>Metodologia Learn, Build, Explain, Defend</a:t>
            </a:r>
          </a:p>
        </p:txBody>
      </p:sp>
    </p:spTree>
    <p:extLst>
      <p:ext uri="{BB962C8B-B14F-4D97-AF65-F5344CB8AC3E}">
        <p14:creationId xmlns:p14="http://schemas.microsoft.com/office/powerpoint/2010/main" val="2962354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ACD3633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exto branco Bolhas isoladas sobre fundo azul">
            <a:extLst>
              <a:ext uri="{FF2B5EF4-FFF2-40B4-BE49-F238E27FC236}">
                <a16:creationId xmlns:a16="http://schemas.microsoft.com/office/drawing/2014/main" id="{079F1482-F657-4A3B-9C0E-FE67A71C4D0A}"/>
              </a:ext>
            </a:extLst>
          </p:cNvPr>
          <p:cNvPicPr>
            <a:picLocks noGrp="1" noChangeAspect="1"/>
          </p:cNvPicPr>
          <p:nvPr>
            <p:ph type="pic" sz="quarter" idx="13"/>
          </p:nvPr>
        </p:nvPicPr>
        <p:blipFill>
          <a:blip r:embed="rId3"/>
          <a:stretch/>
        </p:blipFill>
        <p:spPr>
          <a:xfrm>
            <a:off x="257899" y="1541294"/>
            <a:ext cx="4278085" cy="3775410"/>
          </a:xfrm>
        </p:spPr>
      </p:pic>
      <p:sp>
        <p:nvSpPr>
          <p:cNvPr id="2" name="Content Placeholder 1">
            <a:extLst>
              <a:ext uri="{FF2B5EF4-FFF2-40B4-BE49-F238E27FC236}">
                <a16:creationId xmlns:a16="http://schemas.microsoft.com/office/drawing/2014/main" id="{B23E393A-5710-0A00-87EE-94F7EE107C8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03520" y="1618488"/>
            <a:ext cx="6400800" cy="4480560"/>
          </a:xfrm>
        </p:spPr>
        <p:txBody>
          <a:bodyPr>
            <a:normAutofit/>
          </a:bodyPr>
          <a:lstStyle/>
          <a:p>
            <a:pPr marL="0" indent="0">
              <a:lnSpc>
                <a:spcPct val="140000"/>
              </a:lnSpc>
              <a:spcBef>
                <a:spcPts val="2500"/>
              </a:spcBef>
              <a:buFont typeface="Arial" panose="020B0604020202020204" pitchFamily="34" charset="0"/>
              <a:buNone/>
            </a:pPr>
            <a:r>
              <a:rPr lang="en-US" sz="1200" b="1"/>
              <a:t>Critérios Técnicos</a:t>
            </a:r>
          </a:p>
          <a:p>
            <a:pPr marL="0" lvl="1" indent="0">
              <a:lnSpc>
                <a:spcPct val="140000"/>
              </a:lnSpc>
              <a:buFont typeface="Arial" panose="020B0604020202020204" pitchFamily="34" charset="0"/>
              <a:buNone/>
            </a:pPr>
            <a:r>
              <a:rPr lang="en-US" sz="1200"/>
              <a:t>Avaliação inclui clareza arquitetural, padrões de projeto, contratos de API e qualidade da documentação.</a:t>
            </a:r>
          </a:p>
          <a:p>
            <a:pPr marL="0" indent="0">
              <a:lnSpc>
                <a:spcPct val="140000"/>
              </a:lnSpc>
              <a:spcBef>
                <a:spcPts val="2500"/>
              </a:spcBef>
              <a:buFont typeface="Arial" panose="020B0604020202020204" pitchFamily="34" charset="0"/>
              <a:buNone/>
            </a:pPr>
            <a:r>
              <a:rPr lang="en-US" sz="1200" b="1"/>
              <a:t>Justificativa de Decisões</a:t>
            </a:r>
          </a:p>
          <a:p>
            <a:pPr marL="0" lvl="1" indent="0">
              <a:lnSpc>
                <a:spcPct val="140000"/>
              </a:lnSpc>
              <a:buFont typeface="Arial" panose="020B0604020202020204" pitchFamily="34" charset="0"/>
              <a:buNone/>
            </a:pPr>
            <a:r>
              <a:rPr lang="en-US" sz="1200"/>
              <a:t>Capacidade de justificar escolhas técnicas como entre RAG e fine-tuning ou bancos vetoriais é avaliada.</a:t>
            </a:r>
          </a:p>
          <a:p>
            <a:pPr marL="0" indent="0">
              <a:lnSpc>
                <a:spcPct val="140000"/>
              </a:lnSpc>
              <a:spcBef>
                <a:spcPts val="2500"/>
              </a:spcBef>
              <a:buFont typeface="Arial" panose="020B0604020202020204" pitchFamily="34" charset="0"/>
              <a:buNone/>
            </a:pPr>
            <a:r>
              <a:rPr lang="en-US" sz="1200" b="1"/>
              <a:t>Confiabilidade e Impacto</a:t>
            </a:r>
          </a:p>
          <a:p>
            <a:pPr marL="0" lvl="1" indent="0">
              <a:lnSpc>
                <a:spcPct val="140000"/>
              </a:lnSpc>
              <a:buFont typeface="Arial" panose="020B0604020202020204" pitchFamily="34" charset="0"/>
              <a:buNone/>
            </a:pPr>
            <a:r>
              <a:rPr lang="en-US" sz="1200"/>
              <a:t>Preocupação com confiabilidade, previsibilidade e impacto nos negócios é fundamental em soluções baseadas em agentes.</a:t>
            </a:r>
          </a:p>
          <a:p>
            <a:pPr marL="0" indent="0">
              <a:lnSpc>
                <a:spcPct val="140000"/>
              </a:lnSpc>
              <a:spcBef>
                <a:spcPts val="2500"/>
              </a:spcBef>
              <a:buFont typeface="Arial" panose="020B0604020202020204" pitchFamily="34" charset="0"/>
              <a:buNone/>
            </a:pPr>
            <a:r>
              <a:rPr lang="en-US" sz="1200" b="1"/>
              <a:t>Comunicação e Apresentação</a:t>
            </a:r>
          </a:p>
          <a:p>
            <a:pPr marL="0" lvl="1" indent="0">
              <a:lnSpc>
                <a:spcPct val="140000"/>
              </a:lnSpc>
              <a:buFont typeface="Arial" panose="020B0604020202020204" pitchFamily="34" charset="0"/>
              <a:buNone/>
            </a:pPr>
            <a:r>
              <a:rPr lang="en-US" sz="1200"/>
              <a:t>Comunicação oral e escrita, incluindo apresentações e entrevistas simuladas, fazem parte da avaliação.</a:t>
            </a:r>
          </a:p>
        </p:txBody>
      </p:sp>
      <p:sp>
        <p:nvSpPr>
          <p:cNvPr id="4" name="Title 3">
            <a:extLst>
              <a:ext uri="{FF2B5EF4-FFF2-40B4-BE49-F238E27FC236}">
                <a16:creationId xmlns:a16="http://schemas.microsoft.com/office/drawing/2014/main" id="{55976F1E-897A-8F49-190F-1DBCECB2C61B}"/>
              </a:ext>
            </a:extLst>
          </p:cNvPr>
          <p:cNvSpPr>
            <a:spLocks noGrp="1"/>
          </p:cNvSpPr>
          <p:nvPr>
            <p:ph type="title"/>
          </p:nvPr>
        </p:nvSpPr>
        <p:spPr>
          <a:xfrm>
            <a:off x="5303519" y="457200"/>
            <a:ext cx="6400800" cy="932688"/>
          </a:xfrm>
        </p:spPr>
        <p:txBody>
          <a:bodyPr anchor="b">
            <a:normAutofit/>
          </a:bodyPr>
          <a:lstStyle/>
          <a:p>
            <a:r>
              <a:rPr lang="en-US" sz="3000"/>
              <a:t>Critérios de Sucesso e Avaliação</a:t>
            </a:r>
          </a:p>
        </p:txBody>
      </p:sp>
    </p:spTree>
    <p:extLst>
      <p:ext uri="{BB962C8B-B14F-4D97-AF65-F5344CB8AC3E}">
        <p14:creationId xmlns:p14="http://schemas.microsoft.com/office/powerpoint/2010/main" val="28995346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0_200225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Engrenagens e pastas em exibição digital">
            <a:extLst>
              <a:ext uri="{FF2B5EF4-FFF2-40B4-BE49-F238E27FC236}">
                <a16:creationId xmlns:a16="http://schemas.microsoft.com/office/drawing/2014/main" id="{8EC69D9D-16FF-4017-9E3F-941293DDA62C}"/>
              </a:ext>
            </a:extLst>
          </p:cNvPr>
          <p:cNvPicPr>
            <a:picLocks noGrp="1" noChangeAspect="1"/>
          </p:cNvPicPr>
          <p:nvPr>
            <p:ph type="pic" sz="quarter" idx="13"/>
          </p:nvPr>
        </p:nvPicPr>
        <p:blipFill>
          <a:blip r:embed="rId3"/>
          <a:srcRect l="25917" r="25885"/>
          <a:stretch>
            <a:fillRect/>
          </a:stretch>
        </p:blipFill>
        <p:spPr>
          <a:xfrm>
            <a:off x="257899" y="255814"/>
            <a:ext cx="4278085" cy="6346371"/>
          </a:xfrm>
        </p:spPr>
      </p:pic>
      <p:sp>
        <p:nvSpPr>
          <p:cNvPr id="2" name="Content Placeholder 1">
            <a:extLst>
              <a:ext uri="{FF2B5EF4-FFF2-40B4-BE49-F238E27FC236}">
                <a16:creationId xmlns:a16="http://schemas.microsoft.com/office/drawing/2014/main" id="{A2E8EC8F-0BB0-5E5A-D01C-2F33765A6A6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03520" y="1618488"/>
            <a:ext cx="6400800" cy="4480560"/>
          </a:xfrm>
        </p:spPr>
        <p:txBody>
          <a:bodyPr>
            <a:normAutofit/>
          </a:bodyPr>
          <a:lstStyle/>
          <a:p>
            <a:pPr marL="0" indent="0">
              <a:lnSpc>
                <a:spcPct val="140000"/>
              </a:lnSpc>
              <a:spcBef>
                <a:spcPts val="2500"/>
              </a:spcBef>
              <a:buFont typeface="Arial" panose="020B0604020202020204" pitchFamily="34" charset="0"/>
              <a:buNone/>
            </a:pPr>
            <a:r>
              <a:rPr lang="en-US" sz="1200" b="1"/>
              <a:t>Estrutura Padronizada de Pastas</a:t>
            </a:r>
          </a:p>
          <a:p>
            <a:pPr marL="0" lvl="1" indent="0">
              <a:lnSpc>
                <a:spcPct val="140000"/>
              </a:lnSpc>
              <a:buFont typeface="Arial" panose="020B0604020202020204" pitchFamily="34" charset="0"/>
              <a:buNone/>
            </a:pPr>
            <a:r>
              <a:rPr lang="en-US" sz="1200"/>
              <a:t>Projetos seguem uma organização clara com pastas para API, serviços, agentes, prompts e documentação.</a:t>
            </a:r>
          </a:p>
          <a:p>
            <a:pPr marL="0" indent="0">
              <a:lnSpc>
                <a:spcPct val="140000"/>
              </a:lnSpc>
              <a:spcBef>
                <a:spcPts val="2500"/>
              </a:spcBef>
              <a:buFont typeface="Arial" panose="020B0604020202020204" pitchFamily="34" charset="0"/>
              <a:buNone/>
            </a:pPr>
            <a:r>
              <a:rPr lang="en-US" sz="1200" b="1"/>
              <a:t>Documentação e Transparência</a:t>
            </a:r>
          </a:p>
          <a:p>
            <a:pPr marL="0" lvl="1" indent="0">
              <a:lnSpc>
                <a:spcPct val="140000"/>
              </a:lnSpc>
              <a:buFont typeface="Arial" panose="020B0604020202020204" pitchFamily="34" charset="0"/>
              <a:buNone/>
            </a:pPr>
            <a:r>
              <a:rPr lang="en-US" sz="1200"/>
              <a:t>Arquivos README e documentos de decisões técnicas promovem reflexão e transparência nas escolhas do projeto.</a:t>
            </a:r>
          </a:p>
          <a:p>
            <a:pPr marL="0" indent="0">
              <a:lnSpc>
                <a:spcPct val="140000"/>
              </a:lnSpc>
              <a:spcBef>
                <a:spcPts val="2500"/>
              </a:spcBef>
              <a:buFont typeface="Arial" panose="020B0604020202020204" pitchFamily="34" charset="0"/>
              <a:buNone/>
            </a:pPr>
            <a:r>
              <a:rPr lang="en-US" sz="1200" b="1"/>
              <a:t>Testes Automatizados</a:t>
            </a:r>
          </a:p>
          <a:p>
            <a:pPr marL="0" lvl="1" indent="0">
              <a:lnSpc>
                <a:spcPct val="140000"/>
              </a:lnSpc>
              <a:buFont typeface="Arial" panose="020B0604020202020204" pitchFamily="34" charset="0"/>
              <a:buNone/>
            </a:pPr>
            <a:r>
              <a:rPr lang="en-US" sz="1200"/>
              <a:t>Testes automatizados simples são incentivados para garantir a confiabilidade do código entregue.</a:t>
            </a:r>
          </a:p>
          <a:p>
            <a:pPr marL="0" indent="0">
              <a:lnSpc>
                <a:spcPct val="140000"/>
              </a:lnSpc>
              <a:spcBef>
                <a:spcPts val="2500"/>
              </a:spcBef>
              <a:buFont typeface="Arial" panose="020B0604020202020204" pitchFamily="34" charset="0"/>
              <a:buNone/>
            </a:pPr>
            <a:r>
              <a:rPr lang="en-US" sz="1200" b="1"/>
              <a:t>Boas Práticas e Colaboração</a:t>
            </a:r>
          </a:p>
          <a:p>
            <a:pPr marL="0" lvl="1" indent="0">
              <a:lnSpc>
                <a:spcPct val="140000"/>
              </a:lnSpc>
              <a:buFont typeface="Arial" panose="020B0604020202020204" pitchFamily="34" charset="0"/>
              <a:buNone/>
            </a:pPr>
            <a:r>
              <a:rPr lang="en-US" sz="1200"/>
              <a:t>Versionamento, nomenclatura e organização de código reforçam qualidade e facilitam o trabalho colaborativo.</a:t>
            </a:r>
          </a:p>
        </p:txBody>
      </p:sp>
      <p:sp>
        <p:nvSpPr>
          <p:cNvPr id="4" name="Title 3">
            <a:extLst>
              <a:ext uri="{FF2B5EF4-FFF2-40B4-BE49-F238E27FC236}">
                <a16:creationId xmlns:a16="http://schemas.microsoft.com/office/drawing/2014/main" id="{B28736ED-3EBE-B315-F5F2-128749CA5084}"/>
              </a:ext>
            </a:extLst>
          </p:cNvPr>
          <p:cNvSpPr>
            <a:spLocks noGrp="1"/>
          </p:cNvSpPr>
          <p:nvPr>
            <p:ph type="title"/>
          </p:nvPr>
        </p:nvSpPr>
        <p:spPr>
          <a:xfrm>
            <a:off x="5303519" y="457200"/>
            <a:ext cx="6400800" cy="932688"/>
          </a:xfrm>
        </p:spPr>
        <p:txBody>
          <a:bodyPr anchor="b">
            <a:normAutofit/>
          </a:bodyPr>
          <a:lstStyle/>
          <a:p>
            <a:r>
              <a:rPr lang="en-US" sz="3000"/>
              <a:t>Padrões de Repositório e Qualidade</a:t>
            </a:r>
          </a:p>
        </p:txBody>
      </p:sp>
    </p:spTree>
    <p:extLst>
      <p:ext uri="{BB962C8B-B14F-4D97-AF65-F5344CB8AC3E}">
        <p14:creationId xmlns:p14="http://schemas.microsoft.com/office/powerpoint/2010/main" val="537011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1_490790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onceito de tecnologia e inovação">
            <a:extLst>
              <a:ext uri="{FF2B5EF4-FFF2-40B4-BE49-F238E27FC236}">
                <a16:creationId xmlns:a16="http://schemas.microsoft.com/office/drawing/2014/main" id="{E9E052C1-86D1-4613-B356-6EA02AE0C644}"/>
              </a:ext>
            </a:extLst>
          </p:cNvPr>
          <p:cNvPicPr>
            <a:picLocks noGrp="1" noChangeAspect="1"/>
          </p:cNvPicPr>
          <p:nvPr>
            <p:ph type="pic" sz="quarter" idx="13"/>
          </p:nvPr>
        </p:nvPicPr>
        <p:blipFill>
          <a:blip r:embed="rId3"/>
          <a:srcRect l="16967" r="14388" b="1"/>
          <a:stretch>
            <a:fillRect/>
          </a:stretch>
        </p:blipFill>
        <p:spPr>
          <a:xfrm>
            <a:off x="811715" y="2522754"/>
            <a:ext cx="4262258" cy="3554740"/>
          </a:xfrm>
        </p:spPr>
      </p:pic>
      <p:sp>
        <p:nvSpPr>
          <p:cNvPr id="2" name="Content Placeholder 1">
            <a:extLst>
              <a:ext uri="{FF2B5EF4-FFF2-40B4-BE49-F238E27FC236}">
                <a16:creationId xmlns:a16="http://schemas.microsoft.com/office/drawing/2014/main" id="{F1E29B96-5EE9-EE4B-7208-D1074D458B0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sz="1400" b="1"/>
              <a:t>Importância da Governança em IA</a:t>
            </a:r>
          </a:p>
          <a:p>
            <a:pPr marL="0" lvl="1" indent="0">
              <a:buFont typeface="Arial" panose="020B0604020202020204" pitchFamily="34" charset="0"/>
              <a:buNone/>
            </a:pPr>
            <a:r>
              <a:rPr lang="en-US" sz="1400"/>
              <a:t>Governança é essencial para garantir a escalabilidade e sustentabilidade em soluções corporativas de IA.</a:t>
            </a:r>
          </a:p>
          <a:p>
            <a:pPr marL="0" indent="0">
              <a:spcBef>
                <a:spcPts val="2500"/>
              </a:spcBef>
              <a:buFont typeface="Arial" panose="020B0604020202020204" pitchFamily="34" charset="0"/>
              <a:buNone/>
            </a:pPr>
            <a:r>
              <a:rPr lang="en-US" sz="1400" b="1"/>
              <a:t>Interoperabilidade e Padronização</a:t>
            </a:r>
          </a:p>
          <a:p>
            <a:pPr marL="0" lvl="1" indent="0">
              <a:buFont typeface="Arial" panose="020B0604020202020204" pitchFamily="34" charset="0"/>
              <a:buNone/>
            </a:pPr>
            <a:r>
              <a:rPr lang="en-US" sz="1400"/>
              <a:t>Protocolos como MCP facilitam a integração entre modelos, agentes e ferramentas, promovendo interoperabilidade.</a:t>
            </a:r>
          </a:p>
          <a:p>
            <a:pPr marL="0" indent="0">
              <a:spcBef>
                <a:spcPts val="2500"/>
              </a:spcBef>
              <a:buFont typeface="Arial" panose="020B0604020202020204" pitchFamily="34" charset="0"/>
              <a:buNone/>
            </a:pPr>
            <a:r>
              <a:rPr lang="en-US" sz="1400" b="1"/>
              <a:t>Controle e Versionamento</a:t>
            </a:r>
          </a:p>
          <a:p>
            <a:pPr marL="0" lvl="1" indent="0">
              <a:buFont typeface="Arial" panose="020B0604020202020204" pitchFamily="34" charset="0"/>
              <a:buNone/>
            </a:pPr>
            <a:r>
              <a:rPr lang="en-US" sz="1400"/>
              <a:t>Pensar em versionamento, controle de contexto e limites de autonomia previne soluções frágeis e difíceis de manter.</a:t>
            </a:r>
          </a:p>
          <a:p>
            <a:pPr marL="0" indent="0">
              <a:spcBef>
                <a:spcPts val="2500"/>
              </a:spcBef>
              <a:buFont typeface="Arial" panose="020B0604020202020204" pitchFamily="34" charset="0"/>
              <a:buNone/>
            </a:pPr>
            <a:r>
              <a:rPr lang="en-US" sz="1400" b="1"/>
              <a:t>Mentalidade para Escalabilidade</a:t>
            </a:r>
          </a:p>
          <a:p>
            <a:pPr marL="0" lvl="1" indent="0">
              <a:buFont typeface="Arial" panose="020B0604020202020204" pitchFamily="34" charset="0"/>
              <a:buNone/>
            </a:pPr>
            <a:r>
              <a:rPr lang="en-US" sz="1400"/>
              <a:t>Compreender governança e interoperabilidade orienta engenheiros para soluções escaláveis e alinhadas a ambientes regulados.</a:t>
            </a:r>
          </a:p>
        </p:txBody>
      </p:sp>
      <p:sp>
        <p:nvSpPr>
          <p:cNvPr id="4" name="Title 3">
            <a:extLst>
              <a:ext uri="{FF2B5EF4-FFF2-40B4-BE49-F238E27FC236}">
                <a16:creationId xmlns:a16="http://schemas.microsoft.com/office/drawing/2014/main" id="{30F4C596-8A7A-00CA-6B90-10BE5A58DCC5}"/>
              </a:ext>
            </a:extLst>
          </p:cNvPr>
          <p:cNvSpPr>
            <a:spLocks noGrp="1"/>
          </p:cNvSpPr>
          <p:nvPr>
            <p:ph type="title"/>
          </p:nvPr>
        </p:nvSpPr>
        <p:spPr>
          <a:xfrm>
            <a:off x="612648" y="548639"/>
            <a:ext cx="4672584" cy="1453896"/>
          </a:xfrm>
        </p:spPr>
        <p:txBody>
          <a:bodyPr anchor="b">
            <a:normAutofit/>
          </a:bodyPr>
          <a:lstStyle/>
          <a:p>
            <a:r>
              <a:rPr lang="en-US" sz="2800"/>
              <a:t>Governança e Interoperabilidade</a:t>
            </a:r>
          </a:p>
        </p:txBody>
      </p:sp>
    </p:spTree>
    <p:extLst>
      <p:ext uri="{BB962C8B-B14F-4D97-AF65-F5344CB8AC3E}">
        <p14:creationId xmlns:p14="http://schemas.microsoft.com/office/powerpoint/2010/main" val="1225232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2_5AE4B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B97AAC-7CCD-9C1F-1DA1-CC10B120ECEC}"/>
              </a:ext>
            </a:extLst>
          </p:cNvPr>
          <p:cNvSpPr>
            <a:spLocks noGrp="1"/>
          </p:cNvSpPr>
          <p:nvPr>
            <p:ph type="ctrTitle"/>
          </p:nvPr>
        </p:nvSpPr>
        <p:spPr>
          <a:xfrm>
            <a:off x="987552" y="301752"/>
            <a:ext cx="4654296" cy="6263640"/>
          </a:xfrm>
        </p:spPr>
        <p:txBody>
          <a:bodyPr anchor="ctr">
            <a:normAutofit/>
          </a:bodyPr>
          <a:lstStyle/>
          <a:p>
            <a:r>
              <a:rPr lang="en-US"/>
              <a:t>Pessoas, Papéis e Preparação Profissional</a:t>
            </a:r>
          </a:p>
        </p:txBody>
      </p:sp>
    </p:spTree>
    <p:extLst>
      <p:ext uri="{BB962C8B-B14F-4D97-AF65-F5344CB8AC3E}">
        <p14:creationId xmlns:p14="http://schemas.microsoft.com/office/powerpoint/2010/main" val="15249378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13_F27A15C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Equipe de negócios formando palavras a partir de blocos do alfabeto.">
            <a:extLst>
              <a:ext uri="{FF2B5EF4-FFF2-40B4-BE49-F238E27FC236}">
                <a16:creationId xmlns:a16="http://schemas.microsoft.com/office/drawing/2014/main" id="{F11DF40D-3255-4320-9225-6FCE7D53C9C2}"/>
              </a:ext>
            </a:extLst>
          </p:cNvPr>
          <p:cNvPicPr>
            <a:picLocks noGrp="1" noChangeAspect="1"/>
          </p:cNvPicPr>
          <p:nvPr>
            <p:ph type="pic" sz="quarter" idx="13"/>
          </p:nvPr>
        </p:nvPicPr>
        <p:blipFill>
          <a:blip r:embed="rId3"/>
          <a:srcRect l="28518" r="19576"/>
          <a:stretch>
            <a:fillRect/>
          </a:stretch>
        </p:blipFill>
        <p:spPr>
          <a:xfrm>
            <a:off x="257899" y="255814"/>
            <a:ext cx="4278085" cy="6346371"/>
          </a:xfrm>
        </p:spPr>
      </p:pic>
      <p:sp>
        <p:nvSpPr>
          <p:cNvPr id="2" name="Content Placeholder 1">
            <a:extLst>
              <a:ext uri="{FF2B5EF4-FFF2-40B4-BE49-F238E27FC236}">
                <a16:creationId xmlns:a16="http://schemas.microsoft.com/office/drawing/2014/main" id="{B748D43C-4F29-2D29-6739-FC7E13A72A1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03520" y="1618488"/>
            <a:ext cx="6400800" cy="4480560"/>
          </a:xfrm>
        </p:spPr>
        <p:txBody>
          <a:bodyPr>
            <a:normAutofit/>
          </a:bodyPr>
          <a:lstStyle/>
          <a:p>
            <a:pPr marL="0" indent="0">
              <a:lnSpc>
                <a:spcPct val="140000"/>
              </a:lnSpc>
              <a:spcBef>
                <a:spcPts val="2500"/>
              </a:spcBef>
              <a:buFont typeface="Arial" panose="020B0604020202020204" pitchFamily="34" charset="0"/>
              <a:buNone/>
            </a:pPr>
            <a:r>
              <a:rPr lang="en-US" sz="1200" b="1"/>
              <a:t>Clareza de Responsabilidades</a:t>
            </a:r>
          </a:p>
          <a:p>
            <a:pPr marL="0" lvl="1" indent="0">
              <a:lnSpc>
                <a:spcPct val="140000"/>
              </a:lnSpc>
              <a:buFont typeface="Arial" panose="020B0604020202020204" pitchFamily="34" charset="0"/>
              <a:buNone/>
            </a:pPr>
            <a:r>
              <a:rPr lang="en-US" sz="1200"/>
              <a:t>A matriz RACI define claramente as responsabilidades, garantindo eficiência e coordenação durante a execução do programa.</a:t>
            </a:r>
          </a:p>
          <a:p>
            <a:pPr marL="0" indent="0">
              <a:lnSpc>
                <a:spcPct val="140000"/>
              </a:lnSpc>
              <a:spcBef>
                <a:spcPts val="2500"/>
              </a:spcBef>
              <a:buFont typeface="Arial" panose="020B0604020202020204" pitchFamily="34" charset="0"/>
              <a:buNone/>
            </a:pPr>
            <a:r>
              <a:rPr lang="en-US" sz="1200" b="1"/>
              <a:t>Gestão do Cronograma e Entregas</a:t>
            </a:r>
          </a:p>
          <a:p>
            <a:pPr marL="0" lvl="1" indent="0">
              <a:lnSpc>
                <a:spcPct val="140000"/>
              </a:lnSpc>
              <a:buFont typeface="Arial" panose="020B0604020202020204" pitchFamily="34" charset="0"/>
              <a:buNone/>
            </a:pPr>
            <a:r>
              <a:rPr lang="en-US" sz="1200"/>
              <a:t>O responsável pelo cronograma gerencia entregas e organiza a trilha de conhecimento para o progresso planejado do programa.</a:t>
            </a:r>
          </a:p>
          <a:p>
            <a:pPr marL="0" indent="0">
              <a:lnSpc>
                <a:spcPct val="140000"/>
              </a:lnSpc>
              <a:spcBef>
                <a:spcPts val="2500"/>
              </a:spcBef>
              <a:buFont typeface="Arial" panose="020B0604020202020204" pitchFamily="34" charset="0"/>
              <a:buNone/>
            </a:pPr>
            <a:r>
              <a:rPr lang="en-US" sz="1200" b="1"/>
              <a:t>Desenvolvimento de Competências</a:t>
            </a:r>
          </a:p>
          <a:p>
            <a:pPr marL="0" lvl="1" indent="0">
              <a:lnSpc>
                <a:spcPct val="140000"/>
              </a:lnSpc>
              <a:buFont typeface="Arial" panose="020B0604020202020204" pitchFamily="34" charset="0"/>
              <a:buNone/>
            </a:pPr>
            <a:r>
              <a:rPr lang="en-US" sz="1200"/>
              <a:t>Apoio focado no desenvolvimento de comunicação, apresentação pessoal e preparação para entrevistas e stakeholders.</a:t>
            </a:r>
          </a:p>
          <a:p>
            <a:pPr marL="0" indent="0">
              <a:lnSpc>
                <a:spcPct val="140000"/>
              </a:lnSpc>
              <a:spcBef>
                <a:spcPts val="2500"/>
              </a:spcBef>
              <a:buFont typeface="Arial" panose="020B0604020202020204" pitchFamily="34" charset="0"/>
              <a:buNone/>
            </a:pPr>
            <a:r>
              <a:rPr lang="en-US" sz="1200" b="1"/>
              <a:t>Suporte Técnico e Liderança</a:t>
            </a:r>
          </a:p>
          <a:p>
            <a:pPr marL="0" lvl="1" indent="0">
              <a:lnSpc>
                <a:spcPct val="140000"/>
              </a:lnSpc>
              <a:buFont typeface="Arial" panose="020B0604020202020204" pitchFamily="34" charset="0"/>
              <a:buNone/>
            </a:pPr>
            <a:r>
              <a:rPr lang="en-US" sz="1200"/>
              <a:t>Mediadores técnicos oferecem suporte em ambientes de desenvolvimento enquanto líderes orientam decisões arquiteturais.</a:t>
            </a:r>
          </a:p>
        </p:txBody>
      </p:sp>
      <p:sp>
        <p:nvSpPr>
          <p:cNvPr id="4" name="Title 3">
            <a:extLst>
              <a:ext uri="{FF2B5EF4-FFF2-40B4-BE49-F238E27FC236}">
                <a16:creationId xmlns:a16="http://schemas.microsoft.com/office/drawing/2014/main" id="{CA876125-5AD2-A101-BDAB-A95B0C2A6CC0}"/>
              </a:ext>
            </a:extLst>
          </p:cNvPr>
          <p:cNvSpPr>
            <a:spLocks noGrp="1"/>
          </p:cNvSpPr>
          <p:nvPr>
            <p:ph type="title"/>
          </p:nvPr>
        </p:nvSpPr>
        <p:spPr>
          <a:xfrm>
            <a:off x="5303519" y="457200"/>
            <a:ext cx="6400800" cy="932688"/>
          </a:xfrm>
        </p:spPr>
        <p:txBody>
          <a:bodyPr anchor="b">
            <a:normAutofit/>
          </a:bodyPr>
          <a:lstStyle/>
          <a:p>
            <a:r>
              <a:rPr lang="en-US" sz="3000"/>
              <a:t>Matriz RACI e Papéis de Apoio</a:t>
            </a:r>
          </a:p>
        </p:txBody>
      </p:sp>
    </p:spTree>
    <p:extLst>
      <p:ext uri="{BB962C8B-B14F-4D97-AF65-F5344CB8AC3E}">
        <p14:creationId xmlns:p14="http://schemas.microsoft.com/office/powerpoint/2010/main" val="40680872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4_B408F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Um técnico homem está sentado na sala de controle fazendo controle de qualidade e anotando notas em seu caderno. O Técnico de Aquecimento está em seu escritório cercado por equipamentos de controle.">
            <a:extLst>
              <a:ext uri="{FF2B5EF4-FFF2-40B4-BE49-F238E27FC236}">
                <a16:creationId xmlns:a16="http://schemas.microsoft.com/office/drawing/2014/main" id="{260EED48-2FE5-485B-BC04-D222B8A8C41D}"/>
              </a:ext>
            </a:extLst>
          </p:cNvPr>
          <p:cNvPicPr>
            <a:picLocks noGrp="1" noChangeAspect="1"/>
          </p:cNvPicPr>
          <p:nvPr>
            <p:ph type="pic" sz="quarter" idx="13"/>
          </p:nvPr>
        </p:nvPicPr>
        <p:blipFill>
          <a:blip r:embed="rId3"/>
          <a:srcRect l="2946" r="17020" b="3"/>
          <a:stretch>
            <a:fillRect/>
          </a:stretch>
        </p:blipFill>
        <p:spPr>
          <a:xfrm>
            <a:off x="811715" y="2522754"/>
            <a:ext cx="4262258" cy="3554740"/>
          </a:xfrm>
        </p:spPr>
      </p:pic>
      <p:sp>
        <p:nvSpPr>
          <p:cNvPr id="2" name="Content Placeholder 1">
            <a:extLst>
              <a:ext uri="{FF2B5EF4-FFF2-40B4-BE49-F238E27FC236}">
                <a16:creationId xmlns:a16="http://schemas.microsoft.com/office/drawing/2014/main" id="{E02BEB1E-293F-A031-7657-CE6900A8BD6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sz="1400" b="1"/>
              <a:t>Integração Contínua da Preparação</a:t>
            </a:r>
          </a:p>
          <a:p>
            <a:pPr marL="0" lvl="1" indent="0">
              <a:buFont typeface="Arial" panose="020B0604020202020204" pitchFamily="34" charset="0"/>
              <a:buNone/>
            </a:pPr>
            <a:r>
              <a:rPr lang="en-US" sz="1400"/>
              <a:t>Preparação para entrevistas ocorre durante todo o programa, não só no final, garantindo aprendizado contínuo.</a:t>
            </a:r>
          </a:p>
          <a:p>
            <a:pPr marL="0" indent="0">
              <a:spcBef>
                <a:spcPts val="2500"/>
              </a:spcBef>
              <a:buFont typeface="Arial" panose="020B0604020202020204" pitchFamily="34" charset="0"/>
              <a:buNone/>
            </a:pPr>
            <a:r>
              <a:rPr lang="en-US" sz="1400" b="1"/>
              <a:t>Estímulo ao Raciocínio Técnico</a:t>
            </a:r>
          </a:p>
          <a:p>
            <a:pPr marL="0" lvl="1" indent="0">
              <a:buFont typeface="Arial" panose="020B0604020202020204" pitchFamily="34" charset="0"/>
              <a:buNone/>
            </a:pPr>
            <a:r>
              <a:rPr lang="en-US" sz="1400"/>
              <a:t>Participantes praticam respostas técnicas complexas como RAG vs fine-tuning e avaliação de impacto em IA.</a:t>
            </a:r>
          </a:p>
          <a:p>
            <a:pPr marL="0" indent="0">
              <a:spcBef>
                <a:spcPts val="2500"/>
              </a:spcBef>
              <a:buFont typeface="Arial" panose="020B0604020202020204" pitchFamily="34" charset="0"/>
              <a:buNone/>
            </a:pPr>
            <a:r>
              <a:rPr lang="en-US" sz="1400" b="1"/>
              <a:t>Simulações de Entrevistas</a:t>
            </a:r>
          </a:p>
          <a:p>
            <a:pPr marL="0" lvl="1" indent="0">
              <a:buFont typeface="Arial" panose="020B0604020202020204" pitchFamily="34" charset="0"/>
              <a:buNone/>
            </a:pPr>
            <a:r>
              <a:rPr lang="en-US" sz="1400"/>
              <a:t>Simulações ajudam a identificar melhorias na comunicação e no pensamento crítico dos candidatos.</a:t>
            </a:r>
          </a:p>
          <a:p>
            <a:pPr marL="0" indent="0">
              <a:spcBef>
                <a:spcPts val="2500"/>
              </a:spcBef>
              <a:buFont typeface="Arial" panose="020B0604020202020204" pitchFamily="34" charset="0"/>
              <a:buNone/>
            </a:pPr>
            <a:r>
              <a:rPr lang="en-US" sz="1400" b="1"/>
              <a:t>Confiança e Desempenho</a:t>
            </a:r>
          </a:p>
          <a:p>
            <a:pPr marL="0" lvl="1" indent="0">
              <a:buFont typeface="Arial" panose="020B0604020202020204" pitchFamily="34" charset="0"/>
              <a:buNone/>
            </a:pPr>
            <a:r>
              <a:rPr lang="en-US" sz="1400"/>
              <a:t>Abordagem aumenta a confiança e melhora a performance em entrevistas técnicas reais.</a:t>
            </a:r>
          </a:p>
        </p:txBody>
      </p:sp>
      <p:sp>
        <p:nvSpPr>
          <p:cNvPr id="4" name="Title 3">
            <a:extLst>
              <a:ext uri="{FF2B5EF4-FFF2-40B4-BE49-F238E27FC236}">
                <a16:creationId xmlns:a16="http://schemas.microsoft.com/office/drawing/2014/main" id="{7F6574A0-32C5-71E1-F42A-6FB6FAA01B13}"/>
              </a:ext>
            </a:extLst>
          </p:cNvPr>
          <p:cNvSpPr>
            <a:spLocks noGrp="1"/>
          </p:cNvSpPr>
          <p:nvPr>
            <p:ph type="title"/>
          </p:nvPr>
        </p:nvSpPr>
        <p:spPr>
          <a:xfrm>
            <a:off x="612648" y="548639"/>
            <a:ext cx="4672584" cy="1453896"/>
          </a:xfrm>
        </p:spPr>
        <p:txBody>
          <a:bodyPr anchor="b">
            <a:normAutofit/>
          </a:bodyPr>
          <a:lstStyle/>
          <a:p>
            <a:r>
              <a:rPr lang="en-US" sz="3300"/>
              <a:t>Preparação para Entrevistas Técnicas</a:t>
            </a:r>
          </a:p>
        </p:txBody>
      </p:sp>
    </p:spTree>
    <p:extLst>
      <p:ext uri="{BB962C8B-B14F-4D97-AF65-F5344CB8AC3E}">
        <p14:creationId xmlns:p14="http://schemas.microsoft.com/office/powerpoint/2010/main" val="1887803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5_244373B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B4C35F3-6B6F-AF10-2C09-3FC76304E559}"/>
              </a:ext>
            </a:extLst>
          </p:cNvPr>
          <p:cNvSpPr>
            <a:spLocks noGrp="1"/>
          </p:cNvSpPr>
          <p:nvPr>
            <p:ph type="title"/>
          </p:nvPr>
        </p:nvSpPr>
        <p:spPr>
          <a:xfrm>
            <a:off x="612648" y="664108"/>
            <a:ext cx="8467558" cy="1554480"/>
          </a:xfrm>
        </p:spPr>
        <p:txBody>
          <a:bodyPr anchor="b">
            <a:normAutofit/>
          </a:bodyPr>
          <a:lstStyle/>
          <a:p>
            <a:r>
              <a:rPr lang="en-US"/>
              <a:t>Confiança Técnica e Maturidade Profissional</a:t>
            </a:r>
          </a:p>
        </p:txBody>
      </p:sp>
      <p:graphicFrame>
        <p:nvGraphicFramePr>
          <p:cNvPr id="4" name="Content Placeholder 3">
            <a:extLst>
              <a:ext uri="{FF2B5EF4-FFF2-40B4-BE49-F238E27FC236}">
                <a16:creationId xmlns:a16="http://schemas.microsoft.com/office/drawing/2014/main" id="{2F0E02C8-E059-4EAC-ACFA-1CD457F6938E}"/>
              </a:ext>
            </a:extLst>
          </p:cNvPr>
          <p:cNvGraphicFramePr>
            <a:graphicFrameLocks noGrp="1"/>
          </p:cNvGraphicFramePr>
          <p:nvPr>
            <p:ph sz="quarter" idx="13"/>
            <p:extLst>
              <p:ext uri="{D42A27DB-BD31-4B8C-83A1-F6EECF244321}">
                <p14:modId xmlns:p14="http://schemas.microsoft.com/office/powerpoint/2010/main" val="4111359326"/>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8" y="2743200"/>
          <a:ext cx="8467558" cy="3474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8400314"/>
      </p:ext>
    </p:extLst>
  </p:cSld>
  <p:clrMapOvr>
    <a:masterClrMapping/>
  </p:clrMapOvr>
  <p:transition>
    <p:fade/>
  </p:transition>
</p:sld>
</file>

<file path=ppt/theme/theme_0_C9B2F30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38072686.xml><?xml version="1.0" encoding="utf-8"?>
<a:theme xmlns:a="http://schemas.openxmlformats.org/drawingml/2006/main" name="Geada">
  <a:themeElements>
    <a:clrScheme name="Frosty Design">
      <a:dk1>
        <a:srgbClr val="000000"/>
      </a:dk1>
      <a:lt1>
        <a:srgbClr val="FFFFFF"/>
      </a:lt1>
      <a:dk2>
        <a:srgbClr val="0B2627"/>
      </a:dk2>
      <a:lt2>
        <a:srgbClr val="DAE3E3"/>
      </a:lt2>
      <a:accent1>
        <a:srgbClr val="757E36"/>
      </a:accent1>
      <a:accent2>
        <a:srgbClr val="B494C2"/>
      </a:accent2>
      <a:accent3>
        <a:srgbClr val="8FA2A3"/>
      </a:accent3>
      <a:accent4>
        <a:srgbClr val="CE7F00"/>
      </a:accent4>
      <a:accent5>
        <a:srgbClr val="D15928"/>
      </a:accent5>
      <a:accent6>
        <a:srgbClr val="B7836F"/>
      </a:accent6>
      <a:hlink>
        <a:srgbClr val="467886"/>
      </a:hlink>
      <a:folHlink>
        <a:srgbClr val="96607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 id="{F7962472-4894-2242-8559-EEEFE6DAC5B8}" vid="{7B30C4B7-1D9C-1C40-8BD3-531C9F5E06DD}"/>
    </a:ext>
  </a:extLst>
</a:theme>
</file>

<file path=docProps/core.xml><?xml version="1.0" encoding="utf-8"?>
<cp:coreProperties xmlns:cp="http://schemas.openxmlformats.org/package/2006/metadata/core-properties" xmlns:dc="http://purl.org/dc/elements/1.1/" xmlns:dcterms="http://purl.org/dc/terms/" xmlns:xsi="http://www.w3.org/2001/XMLSchema-instance">
  <dc:creator>Carlos.Ribeiro@br.ey.com</dc:creator>
  <cp:lastModifiedBy>Carlos.Ribeiro@br.ey.com</cp:lastModifiedBy>
</cp:coreProperties>
</file>